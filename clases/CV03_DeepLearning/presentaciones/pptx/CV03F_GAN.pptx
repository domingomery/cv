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7" r:id="rId2"/>
    <p:sldId id="1574" r:id="rId3"/>
    <p:sldId id="1573" r:id="rId4"/>
    <p:sldId id="1571" r:id="rId5"/>
    <p:sldId id="1572" r:id="rId6"/>
    <p:sldId id="302" r:id="rId7"/>
    <p:sldId id="1575" r:id="rId8"/>
    <p:sldId id="1577" r:id="rId9"/>
    <p:sldId id="1578" r:id="rId10"/>
    <p:sldId id="1580" r:id="rId11"/>
    <p:sldId id="1576" r:id="rId12"/>
    <p:sldId id="1579" r:id="rId13"/>
    <p:sldId id="1581" r:id="rId14"/>
    <p:sldId id="437" r:id="rId15"/>
    <p:sldId id="1582" r:id="rId16"/>
    <p:sldId id="1536" r:id="rId17"/>
    <p:sldId id="1538" r:id="rId18"/>
    <p:sldId id="1539" r:id="rId19"/>
    <p:sldId id="1540" r:id="rId20"/>
    <p:sldId id="1541" r:id="rId21"/>
    <p:sldId id="1542" r:id="rId22"/>
    <p:sldId id="1543" r:id="rId23"/>
    <p:sldId id="1544" r:id="rId24"/>
    <p:sldId id="1585" r:id="rId25"/>
    <p:sldId id="1583" r:id="rId26"/>
    <p:sldId id="316" r:id="rId27"/>
    <p:sldId id="1588" r:id="rId28"/>
    <p:sldId id="1589" r:id="rId29"/>
    <p:sldId id="1586" r:id="rId30"/>
    <p:sldId id="1587" r:id="rId31"/>
    <p:sldId id="1778" r:id="rId32"/>
    <p:sldId id="1780" r:id="rId33"/>
    <p:sldId id="1808" r:id="rId34"/>
    <p:sldId id="263" r:id="rId35"/>
    <p:sldId id="256" r:id="rId36"/>
    <p:sldId id="1883" r:id="rId37"/>
    <p:sldId id="1735" r:id="rId38"/>
    <p:sldId id="1761" r:id="rId39"/>
    <p:sldId id="1734" r:id="rId40"/>
    <p:sldId id="1847" r:id="rId41"/>
    <p:sldId id="1762" r:id="rId42"/>
    <p:sldId id="1746" r:id="rId43"/>
    <p:sldId id="1529" r:id="rId44"/>
    <p:sldId id="1530" r:id="rId45"/>
    <p:sldId id="1527" r:id="rId46"/>
    <p:sldId id="1528" r:id="rId47"/>
    <p:sldId id="1537" r:id="rId48"/>
    <p:sldId id="1884" r:id="rId49"/>
    <p:sldId id="1885" r:id="rId50"/>
    <p:sldId id="1570" r:id="rId51"/>
    <p:sldId id="1886" r:id="rId52"/>
    <p:sldId id="1887" r:id="rId53"/>
    <p:sldId id="1888" r:id="rId54"/>
    <p:sldId id="1889" r:id="rId55"/>
    <p:sldId id="1890" r:id="rId56"/>
    <p:sldId id="1891" r:id="rId57"/>
    <p:sldId id="1892" r:id="rId58"/>
    <p:sldId id="1893" r:id="rId59"/>
    <p:sldId id="1894" r:id="rId60"/>
    <p:sldId id="1895" r:id="rId61"/>
    <p:sldId id="1896" r:id="rId62"/>
    <p:sldId id="1897" r:id="rId63"/>
    <p:sldId id="1898" r:id="rId64"/>
    <p:sldId id="1584" r:id="rId65"/>
    <p:sldId id="1899" r:id="rId66"/>
    <p:sldId id="1900" r:id="rId67"/>
    <p:sldId id="1901" r:id="rId68"/>
    <p:sldId id="1902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607232"/>
    <a:srgbClr val="9AA1DF"/>
    <a:srgbClr val="6772D4"/>
    <a:srgbClr val="0000FF"/>
    <a:srgbClr val="0096FF"/>
    <a:srgbClr val="004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11"/>
    <p:restoredTop sz="78700"/>
  </p:normalViewPr>
  <p:slideViewPr>
    <p:cSldViewPr snapToGrid="0" snapToObjects="1">
      <p:cViewPr varScale="1">
        <p:scale>
          <a:sx n="97" d="100"/>
          <a:sy n="97" d="100"/>
        </p:scale>
        <p:origin x="1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EDCF66C8-757E-7C42-B2DD-441E14BFDBC6}" type="datetimeFigureOut">
              <a:rPr lang="en-US" smtClean="0"/>
              <a:pPr/>
              <a:t>10/23/26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BE965B19-3131-284A-93A8-E39D12ACFB0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1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74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82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94169 15 Jul 22:43 00020.jpg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80863 15 Jul 22:42 00040.jpg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67402 15 Jul 22:42 00100.jpg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62770 15 Jul 22:42 00500.jpg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59893 15 Jul 22:42 01000.jpg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61521 15 Jul 22:41 02000.jpg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60250 15 Jul 22:41 03000.jpg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59664 15 Jul 22:41 04000.jpg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59934 15 Jul 22:40 05000.jpg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58940 15 Jul 22:40 06000.jpg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58243 15 Jul 22:40 07000.jpg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59878 15 Jul 22:40 08000.jpg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58025 15 Jul 22:40 09000.jpg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57869 15 Jul 22:42 10000.jpg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57937 15 Jul 22:42 11000.jpg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58064 15 Jul 22:41 12000.jpg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rw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-r--r--@ 1 </a:t>
            </a:r>
            <a:r>
              <a:rPr lang="en-AU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domingomery</a:t>
            </a:r>
            <a:r>
              <a:rPr lang="en-AU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 staff  58081 15 Jul 22:41 13000.jpg</a:t>
            </a: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1E0F8-10E4-AD4C-AC89-0C87DEED30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61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01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Domingo, this is a quick video to say hello to your students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74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82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5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5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26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84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77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6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36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47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Zero-sum game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07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2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FC08-79A3-3749-939A-7481D41DA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2147D-B1F2-1446-81E3-A61F77DD1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3988-B08C-A04B-9BCB-5C3509DF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7A8A5-7DA1-4949-B09B-275E443A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13503-A296-484A-8723-A6BD3693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0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FF61-1D42-2840-95AA-D8DD7FA0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365DA-76DF-A54E-AD1C-91FA5089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89B3-01FC-FE41-8762-970AB4DD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31BB6-92F8-B249-AAAE-12208B00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12AEB-EDEE-AB40-9460-31A5BC2F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010C-1335-3048-8BD6-DA326CF9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06AA4-2B4E-A94A-96B2-B09C4567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1CF4-3F36-C146-9B04-90FBE2D0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4AD1-B164-994A-BBAD-1B6F0264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115E-7F58-2A40-A632-34C924F6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2C37-62B1-7042-8E8D-F4922B33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ADB92-5211-8841-8C12-4B9AD93CC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9F37D-0CC3-9A40-A4D1-59D52D162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8EDF-CD72-F84E-8134-F3E0569F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FB1AE-DDB9-D64F-886F-2D67556D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81E4C-BB5D-634B-A5CC-39D8ACE7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A8EC-78E9-9441-85FF-8B3527C0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1FD5A-95A2-2544-B741-02AB98C8D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C3E1B-96EA-5A4B-85E1-D3B319468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4BD96D-2E63-1C4F-8087-53BB4E694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9810C-69C3-4B47-842C-B10122354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54B84-595A-5945-B611-9EB3A615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12348-24FC-5143-9637-33BCB6AE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02D09-2BE8-E041-8E1B-3616FA2D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FEB1-A47A-C84D-9DA4-1E609D98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BB052-A367-9D41-AEE1-BEAA7A84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0484C-AC3C-9449-9C8A-A6EC7E72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54AB1-3149-154E-84A8-BA81F752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7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35BDF-B0C7-B942-988F-F11F3FB4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0A7BA-144F-2747-BDC7-9933DDA8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C16C5-07FE-B642-B739-A6D58236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7666-E595-BD47-9DCF-F18FF492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0FD0-5D61-7443-99FD-B9501DA17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CEC03-F2AB-2F40-BD9F-920DF28F4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C7721-5E10-664D-9A03-30926213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315D1-8C82-CC43-91EF-30F1BDF1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54DC-699B-F940-95EA-4AFEF77D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7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8FBB-7CFB-5C42-B781-6C32FCF4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B86AC-35A1-804D-A955-BA8084AEC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B6403-16F6-B847-99C1-4119C5906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25757-FF0C-C542-93DC-6F03E01E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97146-618F-5140-983F-B8FC09D6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90FE1-8C82-1645-AA18-A902EF46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EEEA-3A91-5140-ACDF-68FE85F9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56A7E-C0A0-3F41-886A-F7BDBC293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043DE-876D-A246-A704-2A1643A0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C946A-8411-0F46-A272-D18F9358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96FB-A6CD-114E-A7BE-9F86DC78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F9168-3263-7743-B128-1AC9882CE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9F845-4EF3-0E4E-AEFA-2C5FA13B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52FA-AC1C-CF43-BF4E-810BBF0D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0A63-9FE0-FA47-85A1-0D49077C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316C1-46E8-F947-A57E-F6E831EF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D3D62-98A3-F54A-92E9-3459A735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C63DE-4515-DA4E-9C63-3D51471F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2D62-6D59-C047-A407-7A0794029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CV03F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117E-B35F-8942-89D6-2B6C47AE1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6474-7102-B54C-8867-9C5EEB20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57EB8209-5138-1B4E-A98D-88D629BB22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24.jpg"/><Relationship Id="rId18" Type="http://schemas.openxmlformats.org/officeDocument/2006/relationships/image" Target="../media/image2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17" Type="http://schemas.openxmlformats.org/officeDocument/2006/relationships/image" Target="../media/image28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5" Type="http://schemas.openxmlformats.org/officeDocument/2006/relationships/image" Target="../media/image26.jpg"/><Relationship Id="rId10" Type="http://schemas.openxmlformats.org/officeDocument/2006/relationships/image" Target="../media/image21.jpg"/><Relationship Id="rId19" Type="http://schemas.openxmlformats.org/officeDocument/2006/relationships/image" Target="../media/image30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Relationship Id="rId1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9" Type="http://schemas.openxmlformats.org/officeDocument/2006/relationships/image" Target="../media/image77.png"/><Relationship Id="rId21" Type="http://schemas.openxmlformats.org/officeDocument/2006/relationships/image" Target="../media/image59.png"/><Relationship Id="rId34" Type="http://schemas.openxmlformats.org/officeDocument/2006/relationships/image" Target="../media/image72.png"/><Relationship Id="rId42" Type="http://schemas.openxmlformats.org/officeDocument/2006/relationships/image" Target="../media/image80.png"/><Relationship Id="rId47" Type="http://schemas.openxmlformats.org/officeDocument/2006/relationships/image" Target="../media/image85.png"/><Relationship Id="rId50" Type="http://schemas.openxmlformats.org/officeDocument/2006/relationships/image" Target="../media/image88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9" Type="http://schemas.openxmlformats.org/officeDocument/2006/relationships/image" Target="../media/image67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32" Type="http://schemas.openxmlformats.org/officeDocument/2006/relationships/image" Target="../media/image70.png"/><Relationship Id="rId37" Type="http://schemas.openxmlformats.org/officeDocument/2006/relationships/image" Target="../media/image75.png"/><Relationship Id="rId40" Type="http://schemas.openxmlformats.org/officeDocument/2006/relationships/image" Target="../media/image78.png"/><Relationship Id="rId45" Type="http://schemas.openxmlformats.org/officeDocument/2006/relationships/image" Target="../media/image83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36" Type="http://schemas.openxmlformats.org/officeDocument/2006/relationships/image" Target="../media/image74.png"/><Relationship Id="rId49" Type="http://schemas.openxmlformats.org/officeDocument/2006/relationships/image" Target="../media/image87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31" Type="http://schemas.openxmlformats.org/officeDocument/2006/relationships/image" Target="../media/image69.png"/><Relationship Id="rId44" Type="http://schemas.openxmlformats.org/officeDocument/2006/relationships/image" Target="../media/image82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Relationship Id="rId30" Type="http://schemas.openxmlformats.org/officeDocument/2006/relationships/image" Target="../media/image68.png"/><Relationship Id="rId35" Type="http://schemas.openxmlformats.org/officeDocument/2006/relationships/image" Target="../media/image73.png"/><Relationship Id="rId43" Type="http://schemas.openxmlformats.org/officeDocument/2006/relationships/image" Target="../media/image81.png"/><Relationship Id="rId48" Type="http://schemas.openxmlformats.org/officeDocument/2006/relationships/image" Target="../media/image86.png"/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33" Type="http://schemas.openxmlformats.org/officeDocument/2006/relationships/image" Target="../media/image71.png"/><Relationship Id="rId38" Type="http://schemas.openxmlformats.org/officeDocument/2006/relationships/image" Target="../media/image76.png"/><Relationship Id="rId46" Type="http://schemas.openxmlformats.org/officeDocument/2006/relationships/image" Target="../media/image84.png"/><Relationship Id="rId20" Type="http://schemas.openxmlformats.org/officeDocument/2006/relationships/image" Target="../media/image58.png"/><Relationship Id="rId41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2.png"/><Relationship Id="rId7" Type="http://schemas.openxmlformats.org/officeDocument/2006/relationships/image" Target="../media/image9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jpeg"/><Relationship Id="rId4" Type="http://schemas.openxmlformats.org/officeDocument/2006/relationships/image" Target="../media/image10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1.png"/><Relationship Id="rId7" Type="http://schemas.openxmlformats.org/officeDocument/2006/relationships/image" Target="../media/image116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7" Type="http://schemas.openxmlformats.org/officeDocument/2006/relationships/image" Target="../media/image124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4" Type="http://schemas.openxmlformats.org/officeDocument/2006/relationships/image" Target="../media/image121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image" Target="../media/image121.emf"/><Relationship Id="rId7" Type="http://schemas.openxmlformats.org/officeDocument/2006/relationships/image" Target="../media/image124.emf"/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emf"/><Relationship Id="rId5" Type="http://schemas.openxmlformats.org/officeDocument/2006/relationships/image" Target="../media/image123.emf"/><Relationship Id="rId4" Type="http://schemas.openxmlformats.org/officeDocument/2006/relationships/image" Target="../media/image12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32.png"/><Relationship Id="rId4" Type="http://schemas.openxmlformats.org/officeDocument/2006/relationships/hyperlink" Target="https://syncedreview.com/2019/02/09/nvidia-open-sources-hyper-realistic-face-generator-stylegan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133.png"/><Relationship Id="rId4" Type="http://schemas.openxmlformats.org/officeDocument/2006/relationships/hyperlink" Target="https://syncedreview.com/2019/02/09/nvidia-open-sources-hyper-realistic-face-generator-stylegan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ulturageek.com.ar/fakeapp-que-es-deepfake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konradweber.medium.com%2F8-steps-to-verify-deep-fake-videos-1dfc408568c4&amp;psig=AOvVaw0Z7bZR8wduygdmJANoCg6L&amp;ust=1620649611961000&amp;source=images&amp;cd=vfe&amp;ved=0CA0QjhxqFwoTCPj1z5jOvPACFQAAAAAdAAAAABAP" TargetMode="External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36.png"/><Relationship Id="rId4" Type="http://schemas.openxmlformats.org/officeDocument/2006/relationships/notesSlide" Target="../notesSlides/notesSlide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41.png"/><Relationship Id="rId4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204222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GAN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3 – CV03F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B5614B-E535-8D6A-2DC0-7D5AC5845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00" y="3181331"/>
            <a:ext cx="5016500" cy="286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9665A7-AC59-C71C-B947-6D781318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48" y="0"/>
            <a:ext cx="8709504" cy="66196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F9B4F-FBE6-91AB-C266-9A61E5FB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5704D-8C50-CA58-4EF8-B0AE683F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9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AFB2F-BDC7-52B5-204E-07535AEA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1CF9D-DB27-A351-CB20-035B0863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BA28A-BC71-DCD7-B75D-066B5AE04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02" y="0"/>
            <a:ext cx="9368595" cy="62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291EF39-C476-A64A-97EB-713964348F18}"/>
              </a:ext>
            </a:extLst>
          </p:cNvPr>
          <p:cNvSpPr/>
          <p:nvPr/>
        </p:nvSpPr>
        <p:spPr>
          <a:xfrm>
            <a:off x="3796958" y="5237098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97C52-65A1-2541-9ED8-4A28A6431BE6}"/>
              </a:ext>
            </a:extLst>
          </p:cNvPr>
          <p:cNvSpPr/>
          <p:nvPr/>
        </p:nvSpPr>
        <p:spPr>
          <a:xfrm>
            <a:off x="5386211" y="2997877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028F2-E838-E54A-89C3-F58A21C22D79}"/>
              </a:ext>
            </a:extLst>
          </p:cNvPr>
          <p:cNvSpPr/>
          <p:nvPr/>
        </p:nvSpPr>
        <p:spPr>
          <a:xfrm>
            <a:off x="5381528" y="3312244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CDA1A7-AFF6-8B48-B14F-A56AF7A914FE}"/>
              </a:ext>
            </a:extLst>
          </p:cNvPr>
          <p:cNvSpPr/>
          <p:nvPr/>
        </p:nvSpPr>
        <p:spPr>
          <a:xfrm>
            <a:off x="8490817" y="4430435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177201" y="231615"/>
            <a:ext cx="6621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GAN: </a:t>
            </a:r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6867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CCD865-4E41-1D46-9276-389EFF2A71E0}"/>
              </a:ext>
            </a:extLst>
          </p:cNvPr>
          <p:cNvGrpSpPr/>
          <p:nvPr/>
        </p:nvGrpSpPr>
        <p:grpSpPr>
          <a:xfrm>
            <a:off x="1200720" y="1655340"/>
            <a:ext cx="1545056" cy="1742706"/>
            <a:chOff x="1199910" y="1655340"/>
            <a:chExt cx="1545056" cy="174270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93F92B2-C2CD-224E-BEE2-6BD0987BF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199910" y="2106410"/>
              <a:ext cx="1332000" cy="1291636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0DD3350-EEE1-0442-9870-21CBC21F9791}"/>
                </a:ext>
              </a:extLst>
            </p:cNvPr>
            <p:cNvSpPr/>
            <p:nvPr/>
          </p:nvSpPr>
          <p:spPr>
            <a:xfrm>
              <a:off x="1271767" y="1655340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 image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DED16-54DE-7441-9829-7C4B93A4BCF8}"/>
              </a:ext>
            </a:extLst>
          </p:cNvPr>
          <p:cNvSpPr/>
          <p:nvPr/>
        </p:nvSpPr>
        <p:spPr>
          <a:xfrm>
            <a:off x="4450740" y="5849327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Fake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41D93-5528-144A-9739-68FD223EBCE3}"/>
              </a:ext>
            </a:extLst>
          </p:cNvPr>
          <p:cNvGrpSpPr/>
          <p:nvPr/>
        </p:nvGrpSpPr>
        <p:grpSpPr>
          <a:xfrm>
            <a:off x="2532720" y="2079991"/>
            <a:ext cx="8116920" cy="3229107"/>
            <a:chOff x="2532720" y="2079991"/>
            <a:chExt cx="8116920" cy="3229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28FB81-4C5A-8748-9B21-504356C1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stCxn id="22" idx="3"/>
              <a:endCxn id="19" idx="0"/>
            </p:cNvCxnSpPr>
            <p:nvPr/>
          </p:nvCxnSpPr>
          <p:spPr>
            <a:xfrm>
              <a:off x="253272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95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934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E4A74E-A130-BC49-9312-3A7235DAD440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D8890B-4174-D345-BE33-E7D3766AEFD3}"/>
              </a:ext>
            </a:extLst>
          </p:cNvPr>
          <p:cNvGrpSpPr/>
          <p:nvPr/>
        </p:nvGrpSpPr>
        <p:grpSpPr>
          <a:xfrm>
            <a:off x="5567510" y="1414778"/>
            <a:ext cx="5446639" cy="3253209"/>
            <a:chOff x="5566700" y="1414778"/>
            <a:chExt cx="5446639" cy="32532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5EB92D-E755-DB4F-8442-5859DDA933CE}"/>
                </a:ext>
              </a:extLst>
            </p:cNvPr>
            <p:cNvSpPr/>
            <p:nvPr/>
          </p:nvSpPr>
          <p:spPr>
            <a:xfrm>
              <a:off x="10478711" y="3127786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D3EBFD-8F4A-BD40-AA5F-8CC39AF1D6EC}"/>
                </a:ext>
              </a:extLst>
            </p:cNvPr>
            <p:cNvSpPr/>
            <p:nvPr/>
          </p:nvSpPr>
          <p:spPr>
            <a:xfrm>
              <a:off x="5566700" y="306216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5FA5AA-7544-FE49-9892-FB6FF308048A}"/>
                </a:ext>
              </a:extLst>
            </p:cNvPr>
            <p:cNvCxnSpPr>
              <a:stCxn id="38" idx="0"/>
              <a:endCxn id="34" idx="0"/>
            </p:cNvCxnSpPr>
            <p:nvPr/>
          </p:nvCxnSpPr>
          <p:spPr>
            <a:xfrm rot="16200000" flipH="1">
              <a:off x="8159552" y="541314"/>
              <a:ext cx="65619" cy="5107325"/>
            </a:xfrm>
            <a:prstGeom prst="bentConnector3">
              <a:avLst>
                <a:gd name="adj1" fmla="val -1952212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DFB13E9-040D-464A-B7B6-2B68D12C335B}"/>
                </a:ext>
              </a:extLst>
            </p:cNvPr>
            <p:cNvCxnSpPr>
              <a:cxnSpLocks/>
              <a:stCxn id="34" idx="4"/>
              <a:endCxn id="7" idx="2"/>
            </p:cNvCxnSpPr>
            <p:nvPr/>
          </p:nvCxnSpPr>
          <p:spPr>
            <a:xfrm rot="5400000">
              <a:off x="9138011" y="2864028"/>
              <a:ext cx="784421" cy="2431609"/>
            </a:xfrm>
            <a:prstGeom prst="bentConnector3">
              <a:avLst>
                <a:gd name="adj1" fmla="val 129143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9FEAB51-0B89-CE46-9C83-395193F0BF5A}"/>
                </a:ext>
              </a:extLst>
            </p:cNvPr>
            <p:cNvSpPr/>
            <p:nvPr/>
          </p:nvSpPr>
          <p:spPr>
            <a:xfrm>
              <a:off x="5613416" y="1414778"/>
              <a:ext cx="25145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Ground truth: real/fake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374C7C-24B8-C94C-BC46-CDAEC9704650}"/>
                </a:ext>
              </a:extLst>
            </p:cNvPr>
            <p:cNvSpPr/>
            <p:nvPr/>
          </p:nvSpPr>
          <p:spPr>
            <a:xfrm>
              <a:off x="9179795" y="4298655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3BEF44-AC7A-F14C-9E63-F28B6514501C}"/>
              </a:ext>
            </a:extLst>
          </p:cNvPr>
          <p:cNvGrpSpPr/>
          <p:nvPr/>
        </p:nvGrpSpPr>
        <p:grpSpPr>
          <a:xfrm>
            <a:off x="2988179" y="3830876"/>
            <a:ext cx="7758661" cy="2997782"/>
            <a:chOff x="2987369" y="3830876"/>
            <a:chExt cx="7758661" cy="2997782"/>
          </a:xfrm>
        </p:grpSpPr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EC9A5C95-8942-DA44-82E0-567EEFBF53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87369" y="3830876"/>
              <a:ext cx="7758661" cy="2471020"/>
            </a:xfrm>
            <a:prstGeom prst="bentConnector4">
              <a:avLst>
                <a:gd name="adj1" fmla="val -1"/>
                <a:gd name="adj2" fmla="val 10925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F522D7-6FC7-9F4B-8D11-DC0BAEECBB87}"/>
                </a:ext>
              </a:extLst>
            </p:cNvPr>
            <p:cNvSpPr/>
            <p:nvPr/>
          </p:nvSpPr>
          <p:spPr>
            <a:xfrm>
              <a:off x="6462945" y="6459326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327B5DE-9601-BF45-8C62-52B0BDECA3C8}"/>
              </a:ext>
            </a:extLst>
          </p:cNvPr>
          <p:cNvGrpSpPr/>
          <p:nvPr/>
        </p:nvGrpSpPr>
        <p:grpSpPr>
          <a:xfrm>
            <a:off x="1081465" y="4086203"/>
            <a:ext cx="6001214" cy="2224837"/>
            <a:chOff x="1080655" y="4086203"/>
            <a:chExt cx="6001214" cy="222483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A7799C-19E4-E548-A750-1B778AF3DD38}"/>
                </a:ext>
              </a:extLst>
            </p:cNvPr>
            <p:cNvCxnSpPr/>
            <p:nvPr/>
          </p:nvCxnSpPr>
          <p:spPr>
            <a:xfrm>
              <a:off x="1080655" y="5094707"/>
              <a:ext cx="374073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8C460AB-1611-994D-A343-A7528BC158F8}"/>
                </a:ext>
              </a:extLst>
            </p:cNvPr>
            <p:cNvGrpSpPr/>
            <p:nvPr/>
          </p:nvGrpSpPr>
          <p:grpSpPr>
            <a:xfrm>
              <a:off x="1568416" y="4086203"/>
              <a:ext cx="5513453" cy="2224837"/>
              <a:chOff x="1568416" y="4086203"/>
              <a:chExt cx="5513453" cy="222483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E5D8F63-87CF-4241-AA0C-47D8ED68BA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8416" y="4086203"/>
                <a:ext cx="2837903" cy="2224837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4FD04D4-A6BC-F54E-8D22-33EDC59EAE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5749869" y="4971219"/>
                <a:ext cx="1332000" cy="1332000"/>
              </a:xfrm>
              <a:prstGeom prst="rect">
                <a:avLst/>
              </a:prstGeom>
            </p:spPr>
          </p:pic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B45A19F-1F38-CA46-B051-BE1832500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905" y="5309098"/>
                <a:ext cx="158704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2E64BA7D-EE47-A148-8963-3E97964FB494}"/>
              </a:ext>
            </a:extLst>
          </p:cNvPr>
          <p:cNvPicPr>
            <a:picLocks/>
          </p:cNvPicPr>
          <p:nvPr/>
        </p:nvPicPr>
        <p:blipFill>
          <a:blip r:embed="rId7"/>
          <a:srcRect/>
          <a:stretch/>
        </p:blipFill>
        <p:spPr>
          <a:xfrm>
            <a:off x="7160458" y="4957555"/>
            <a:ext cx="1332000" cy="1332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44F9C57-551C-DA4E-9049-1BAC6FC5F2F0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562817" y="4957626"/>
            <a:ext cx="1332000" cy="1332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C945D40-9D33-7F46-81F7-5EAAAE6251BD}"/>
              </a:ext>
            </a:extLst>
          </p:cNvPr>
          <p:cNvGrpSpPr/>
          <p:nvPr/>
        </p:nvGrpSpPr>
        <p:grpSpPr>
          <a:xfrm>
            <a:off x="344865" y="4802654"/>
            <a:ext cx="1473199" cy="1016513"/>
            <a:chOff x="344055" y="4802654"/>
            <a:chExt cx="1473199" cy="1016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00537D-B713-EB4B-BEAB-7DD03D545CD7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705" y="4802654"/>
              <a:ext cx="522262" cy="556397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F05D4-B413-4741-A690-A4307897CB46}"/>
                </a:ext>
              </a:extLst>
            </p:cNvPr>
            <p:cNvSpPr/>
            <p:nvPr/>
          </p:nvSpPr>
          <p:spPr>
            <a:xfrm>
              <a:off x="344055" y="544983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Noise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FE695AF-6A4B-A446-9CBF-DC5D2943842B}"/>
              </a:ext>
            </a:extLst>
          </p:cNvPr>
          <p:cNvSpPr/>
          <p:nvPr/>
        </p:nvSpPr>
        <p:spPr>
          <a:xfrm>
            <a:off x="2196867" y="4013339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Generator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8F8993-9533-4C47-AA6E-D24CB2B96292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974525" y="4958339"/>
            <a:ext cx="1332000" cy="1332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130206-C248-864C-90B2-0E8922F2A083}"/>
              </a:ext>
            </a:extLst>
          </p:cNvPr>
          <p:cNvSpPr txBox="1"/>
          <p:nvPr/>
        </p:nvSpPr>
        <p:spPr>
          <a:xfrm>
            <a:off x="6036445" y="5988914"/>
            <a:ext cx="5118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Iter</a:t>
            </a:r>
            <a:r>
              <a:rPr lang="en-US" sz="1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= 1                  500                     10,000                     50,000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39C67-976D-4A98-9F8C-1DE4A5FA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4F5DF-ABFD-2A6A-2E0F-94862975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0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DD3350-EEE1-0442-9870-21CBC21F9791}"/>
              </a:ext>
            </a:extLst>
          </p:cNvPr>
          <p:cNvSpPr/>
          <p:nvPr/>
        </p:nvSpPr>
        <p:spPr>
          <a:xfrm>
            <a:off x="1271767" y="1655340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Real image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91EF39-C476-A64A-97EB-713964348F18}"/>
              </a:ext>
            </a:extLst>
          </p:cNvPr>
          <p:cNvSpPr/>
          <p:nvPr/>
        </p:nvSpPr>
        <p:spPr>
          <a:xfrm>
            <a:off x="3796148" y="5237098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97C52-65A1-2541-9ED8-4A28A6431BE6}"/>
              </a:ext>
            </a:extLst>
          </p:cNvPr>
          <p:cNvSpPr/>
          <p:nvPr/>
        </p:nvSpPr>
        <p:spPr>
          <a:xfrm>
            <a:off x="5385401" y="2997877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028F2-E838-E54A-89C3-F58A21C22D79}"/>
              </a:ext>
            </a:extLst>
          </p:cNvPr>
          <p:cNvSpPr/>
          <p:nvPr/>
        </p:nvSpPr>
        <p:spPr>
          <a:xfrm>
            <a:off x="5380718" y="3312244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CDA1A7-AFF6-8B48-B14F-A56AF7A914FE}"/>
              </a:ext>
            </a:extLst>
          </p:cNvPr>
          <p:cNvSpPr/>
          <p:nvPr/>
        </p:nvSpPr>
        <p:spPr>
          <a:xfrm>
            <a:off x="8490007" y="4430435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DED16-54DE-7441-9829-7C4B93A4BCF8}"/>
              </a:ext>
            </a:extLst>
          </p:cNvPr>
          <p:cNvSpPr/>
          <p:nvPr/>
        </p:nvSpPr>
        <p:spPr>
          <a:xfrm>
            <a:off x="4449930" y="5849327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Fake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41D93-5528-144A-9739-68FD223EBCE3}"/>
              </a:ext>
            </a:extLst>
          </p:cNvPr>
          <p:cNvGrpSpPr/>
          <p:nvPr/>
        </p:nvGrpSpPr>
        <p:grpSpPr>
          <a:xfrm>
            <a:off x="2531910" y="2079991"/>
            <a:ext cx="8117730" cy="3229107"/>
            <a:chOff x="2531910" y="2079991"/>
            <a:chExt cx="8117730" cy="3229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28FB81-4C5A-8748-9B21-504356C1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stCxn id="22" idx="3"/>
              <a:endCxn id="19" idx="0"/>
            </p:cNvCxnSpPr>
            <p:nvPr/>
          </p:nvCxnSpPr>
          <p:spPr>
            <a:xfrm>
              <a:off x="253191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14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853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E4A74E-A130-BC49-9312-3A7235DAD440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D8890B-4174-D345-BE33-E7D3766AEFD3}"/>
              </a:ext>
            </a:extLst>
          </p:cNvPr>
          <p:cNvGrpSpPr/>
          <p:nvPr/>
        </p:nvGrpSpPr>
        <p:grpSpPr>
          <a:xfrm>
            <a:off x="5566700" y="1414778"/>
            <a:ext cx="5446639" cy="3253209"/>
            <a:chOff x="5566700" y="1414778"/>
            <a:chExt cx="5446639" cy="32532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5EB92D-E755-DB4F-8442-5859DDA933CE}"/>
                </a:ext>
              </a:extLst>
            </p:cNvPr>
            <p:cNvSpPr/>
            <p:nvPr/>
          </p:nvSpPr>
          <p:spPr>
            <a:xfrm>
              <a:off x="10478711" y="3127786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D3EBFD-8F4A-BD40-AA5F-8CC39AF1D6EC}"/>
                </a:ext>
              </a:extLst>
            </p:cNvPr>
            <p:cNvSpPr/>
            <p:nvPr/>
          </p:nvSpPr>
          <p:spPr>
            <a:xfrm>
              <a:off x="5566700" y="306216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5FA5AA-7544-FE49-9892-FB6FF308048A}"/>
                </a:ext>
              </a:extLst>
            </p:cNvPr>
            <p:cNvCxnSpPr>
              <a:cxnSpLocks/>
              <a:stCxn id="38" idx="0"/>
              <a:endCxn id="34" idx="0"/>
            </p:cNvCxnSpPr>
            <p:nvPr/>
          </p:nvCxnSpPr>
          <p:spPr>
            <a:xfrm rot="16200000" flipH="1">
              <a:off x="8159552" y="541314"/>
              <a:ext cx="65619" cy="5107325"/>
            </a:xfrm>
            <a:prstGeom prst="bentConnector3">
              <a:avLst>
                <a:gd name="adj1" fmla="val -1952212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DFB13E9-040D-464A-B7B6-2B68D12C335B}"/>
                </a:ext>
              </a:extLst>
            </p:cNvPr>
            <p:cNvCxnSpPr>
              <a:cxnSpLocks/>
              <a:stCxn id="34" idx="4"/>
              <a:endCxn id="7" idx="2"/>
            </p:cNvCxnSpPr>
            <p:nvPr/>
          </p:nvCxnSpPr>
          <p:spPr>
            <a:xfrm rot="5400000">
              <a:off x="9144766" y="2870783"/>
              <a:ext cx="784421" cy="2418099"/>
            </a:xfrm>
            <a:prstGeom prst="bentConnector3">
              <a:avLst>
                <a:gd name="adj1" fmla="val 131396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9FEAB51-0B89-CE46-9C83-395193F0BF5A}"/>
                </a:ext>
              </a:extLst>
            </p:cNvPr>
            <p:cNvSpPr/>
            <p:nvPr/>
          </p:nvSpPr>
          <p:spPr>
            <a:xfrm>
              <a:off x="5613416" y="1414778"/>
              <a:ext cx="25145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Ground truth: real/fake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374C7C-24B8-C94C-BC46-CDAEC9704650}"/>
                </a:ext>
              </a:extLst>
            </p:cNvPr>
            <p:cNvSpPr/>
            <p:nvPr/>
          </p:nvSpPr>
          <p:spPr>
            <a:xfrm>
              <a:off x="9179795" y="4298655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3BEF44-AC7A-F14C-9E63-F28B6514501C}"/>
              </a:ext>
            </a:extLst>
          </p:cNvPr>
          <p:cNvGrpSpPr/>
          <p:nvPr/>
        </p:nvGrpSpPr>
        <p:grpSpPr>
          <a:xfrm>
            <a:off x="2987369" y="3830876"/>
            <a:ext cx="7758661" cy="2997782"/>
            <a:chOff x="2987369" y="3830876"/>
            <a:chExt cx="7758661" cy="2997782"/>
          </a:xfrm>
        </p:grpSpPr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EC9A5C95-8942-DA44-82E0-567EEFBF53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87369" y="3830876"/>
              <a:ext cx="7758661" cy="2471020"/>
            </a:xfrm>
            <a:prstGeom prst="bentConnector4">
              <a:avLst>
                <a:gd name="adj1" fmla="val -1"/>
                <a:gd name="adj2" fmla="val 10925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F522D7-6FC7-9F4B-8D11-DC0BAEECBB87}"/>
                </a:ext>
              </a:extLst>
            </p:cNvPr>
            <p:cNvSpPr/>
            <p:nvPr/>
          </p:nvSpPr>
          <p:spPr>
            <a:xfrm>
              <a:off x="6462945" y="6459326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A7799C-19E4-E548-A750-1B778AF3DD38}"/>
              </a:ext>
            </a:extLst>
          </p:cNvPr>
          <p:cNvCxnSpPr/>
          <p:nvPr/>
        </p:nvCxnSpPr>
        <p:spPr>
          <a:xfrm>
            <a:off x="1080655" y="5094707"/>
            <a:ext cx="3740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B45A19F-1F38-CA46-B051-BE1832500DB0}"/>
              </a:ext>
            </a:extLst>
          </p:cNvPr>
          <p:cNvCxnSpPr>
            <a:cxnSpLocks/>
          </p:cNvCxnSpPr>
          <p:nvPr/>
        </p:nvCxnSpPr>
        <p:spPr>
          <a:xfrm>
            <a:off x="4107905" y="5309098"/>
            <a:ext cx="15870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C945D40-9D33-7F46-81F7-5EAAAE6251BD}"/>
              </a:ext>
            </a:extLst>
          </p:cNvPr>
          <p:cNvGrpSpPr/>
          <p:nvPr/>
        </p:nvGrpSpPr>
        <p:grpSpPr>
          <a:xfrm>
            <a:off x="344055" y="4802654"/>
            <a:ext cx="1473199" cy="1016513"/>
            <a:chOff x="344055" y="4802654"/>
            <a:chExt cx="1473199" cy="1016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00537D-B713-EB4B-BEAB-7DD03D545CD7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705" y="4802654"/>
              <a:ext cx="522262" cy="556397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F05D4-B413-4741-A690-A4307897CB46}"/>
                </a:ext>
              </a:extLst>
            </p:cNvPr>
            <p:cNvSpPr/>
            <p:nvPr/>
          </p:nvSpPr>
          <p:spPr>
            <a:xfrm>
              <a:off x="344055" y="544983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Noise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D31A16-F092-1547-8EB0-D049140E06C4}"/>
              </a:ext>
            </a:extLst>
          </p:cNvPr>
          <p:cNvGrpSpPr/>
          <p:nvPr/>
        </p:nvGrpSpPr>
        <p:grpSpPr>
          <a:xfrm>
            <a:off x="1199910" y="2106410"/>
            <a:ext cx="10105805" cy="4196809"/>
            <a:chOff x="1199910" y="2106410"/>
            <a:chExt cx="10105805" cy="419680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93F92B2-C2CD-224E-BEE2-6BD0987BF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99910" y="2106410"/>
              <a:ext cx="1332000" cy="129163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4FD04D4-A6BC-F54E-8D22-33EDC59EAE65}"/>
                </a:ext>
              </a:extLst>
            </p:cNvPr>
            <p:cNvPicPr>
              <a:picLocks/>
            </p:cNvPicPr>
            <p:nvPr/>
          </p:nvPicPr>
          <p:blipFill>
            <a:blip r:embed="rId6"/>
            <a:srcRect/>
            <a:stretch/>
          </p:blipFill>
          <p:spPr>
            <a:xfrm>
              <a:off x="5749869" y="4971219"/>
              <a:ext cx="1332000" cy="13320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E64BA7D-EE47-A148-8963-3E97964FB494}"/>
                </a:ext>
              </a:extLst>
            </p:cNvPr>
            <p:cNvPicPr>
              <a:picLocks/>
            </p:cNvPicPr>
            <p:nvPr/>
          </p:nvPicPr>
          <p:blipFill>
            <a:blip r:embed="rId7"/>
            <a:srcRect/>
            <a:stretch/>
          </p:blipFill>
          <p:spPr>
            <a:xfrm>
              <a:off x="7159648" y="4957555"/>
              <a:ext cx="1332000" cy="13320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44F9C57-551C-DA4E-9049-1BAC6FC5F2F0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62007" y="4957626"/>
              <a:ext cx="1332000" cy="1332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28F8993-9533-4C47-AA6E-D24CB2B96292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73715" y="4958339"/>
              <a:ext cx="1332000" cy="1332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B075B83-127A-FD4C-AF29-6A67F9B78724}"/>
              </a:ext>
            </a:extLst>
          </p:cNvPr>
          <p:cNvGrpSpPr/>
          <p:nvPr/>
        </p:nvGrpSpPr>
        <p:grpSpPr>
          <a:xfrm>
            <a:off x="1568416" y="4013339"/>
            <a:ext cx="2837903" cy="2297701"/>
            <a:chOff x="1568416" y="4013339"/>
            <a:chExt cx="2837903" cy="229770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80AD79D-2916-D24A-A51F-52737191E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8707D42-DD78-9D4A-B5BB-F6B54B71B5B7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844C9DB-553E-084C-B78C-76FC4FCFB2EC}"/>
              </a:ext>
            </a:extLst>
          </p:cNvPr>
          <p:cNvSpPr txBox="1"/>
          <p:nvPr/>
        </p:nvSpPr>
        <p:spPr>
          <a:xfrm>
            <a:off x="6035635" y="5988914"/>
            <a:ext cx="5118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Iter</a:t>
            </a:r>
            <a:r>
              <a:rPr lang="en-US" sz="1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= 1                  500                     10,000                     50,000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54C549-04D7-4E40-991C-F516A9A9893B}"/>
              </a:ext>
            </a:extLst>
          </p:cNvPr>
          <p:cNvSpPr txBox="1"/>
          <p:nvPr/>
        </p:nvSpPr>
        <p:spPr>
          <a:xfrm>
            <a:off x="177201" y="231615"/>
            <a:ext cx="6621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GAN: </a:t>
            </a:r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A7768-18DA-A01D-8BA3-5CD22B63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5716C-FA4B-5E67-DBFC-AD93D868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1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xit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upLeft)">
                                      <p:cBhvr>
                                        <p:cTn id="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13A481-76B2-5ACB-F986-F6FA7533500B}"/>
              </a:ext>
            </a:extLst>
          </p:cNvPr>
          <p:cNvGrpSpPr/>
          <p:nvPr/>
        </p:nvGrpSpPr>
        <p:grpSpPr>
          <a:xfrm>
            <a:off x="228924" y="3866154"/>
            <a:ext cx="2642696" cy="2888288"/>
            <a:chOff x="2511309" y="3784346"/>
            <a:chExt cx="2642696" cy="28882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18D367-5121-305F-98AB-480C6A96BD6B}"/>
                </a:ext>
              </a:extLst>
            </p:cNvPr>
            <p:cNvSpPr txBox="1"/>
            <p:nvPr/>
          </p:nvSpPr>
          <p:spPr>
            <a:xfrm>
              <a:off x="2511309" y="378434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20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2D56639-EAFB-06CA-FEB3-723DB0DD983B}"/>
                </a:ext>
              </a:extLst>
            </p:cNvPr>
            <p:cNvSpPr txBox="1"/>
            <p:nvPr/>
          </p:nvSpPr>
          <p:spPr>
            <a:xfrm>
              <a:off x="4384242" y="6303302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13000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32BB8B-9CDD-73C0-29EC-594896613ED6}"/>
                </a:ext>
              </a:extLst>
            </p:cNvPr>
            <p:cNvSpPr txBox="1"/>
            <p:nvPr/>
          </p:nvSpPr>
          <p:spPr>
            <a:xfrm>
              <a:off x="3363162" y="506886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5000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610259-5F46-9ED3-C5F2-4D58D40BB3AE}"/>
                </a:ext>
              </a:extLst>
            </p:cNvPr>
            <p:cNvSpPr txBox="1"/>
            <p:nvPr/>
          </p:nvSpPr>
          <p:spPr>
            <a:xfrm>
              <a:off x="2768881" y="430824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100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63B3EED-D13D-AC81-5EC5-AECCE9E0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6" y="69851"/>
            <a:ext cx="4157989" cy="4157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33CCE1-D769-8333-DB4A-41DCF99C4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26" y="219851"/>
            <a:ext cx="4157989" cy="4157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F9DD20-8B10-2D7E-5C66-D1283704E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26" y="369851"/>
            <a:ext cx="4157989" cy="41579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CF67A0-F461-C5CB-02A0-51C71C15E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626" y="519851"/>
            <a:ext cx="4157989" cy="4157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CB7391-0A06-F176-1059-A8B31288D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626" y="669851"/>
            <a:ext cx="4157989" cy="4157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B45084-FA2E-2B53-79C5-76896DD3C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2626" y="819851"/>
            <a:ext cx="4157989" cy="4157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2D30AF-6086-55A9-24F7-1FDD19865B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2626" y="969851"/>
            <a:ext cx="4157989" cy="41579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DA76FF-28C5-AD12-E7BB-35E69E2B99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2626" y="1119851"/>
            <a:ext cx="4157989" cy="41579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4D9124-ED6D-6CEE-41D2-2FD6B2AFF5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2626" y="1269851"/>
            <a:ext cx="4157989" cy="41579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C3A2FD-1653-DA40-6DEA-F73DF39EFF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2626" y="1419851"/>
            <a:ext cx="4157989" cy="41579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C1E3E2-E99A-B592-0EB9-C12716541B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2626" y="1569851"/>
            <a:ext cx="4157989" cy="41579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EF6EC2-EAD3-5009-4E23-4EAAC9B2A9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92626" y="1719851"/>
            <a:ext cx="4157989" cy="41579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3FE961-41E5-87EE-865A-8F0F015222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42626" y="1869851"/>
            <a:ext cx="4157989" cy="41579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733954-B59E-26F9-6B80-D1C5B1E5107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92626" y="2019851"/>
            <a:ext cx="4157989" cy="41579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551DA4-65E7-8711-788B-8FBA9CFB77A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2626" y="2169851"/>
            <a:ext cx="4157989" cy="41579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1F684C8-6BC4-EB9E-3464-1414272336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92626" y="2319851"/>
            <a:ext cx="4157989" cy="41579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D262BAF-5376-DCF8-FFF6-DCA898E31B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2626" y="2469851"/>
            <a:ext cx="4157989" cy="415798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F58BC6-12E8-4C57-A1E8-573A28E75EBF}"/>
              </a:ext>
            </a:extLst>
          </p:cNvPr>
          <p:cNvCxnSpPr>
            <a:endCxn id="4" idx="1"/>
          </p:cNvCxnSpPr>
          <p:nvPr/>
        </p:nvCxnSpPr>
        <p:spPr>
          <a:xfrm>
            <a:off x="228924" y="4377840"/>
            <a:ext cx="1872933" cy="219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7E12EB3-C25D-5014-CCA6-CCD6C36CDD33}"/>
              </a:ext>
            </a:extLst>
          </p:cNvPr>
          <p:cNvSpPr txBox="1"/>
          <p:nvPr/>
        </p:nvSpPr>
        <p:spPr>
          <a:xfrm>
            <a:off x="332558" y="5808166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</a:rPr>
              <a:t>iterations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AEC9CCB-70FC-3144-6759-EA781446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C97BE17-369B-BE04-4D0A-A0B68F20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1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8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4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D89C1-6E4B-894D-884E-407A6D51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711200"/>
            <a:ext cx="12077700" cy="543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2EDE45-54C3-A040-AA97-482B3B5B8CAC}"/>
              </a:ext>
            </a:extLst>
          </p:cNvPr>
          <p:cNvSpPr txBox="1"/>
          <p:nvPr/>
        </p:nvSpPr>
        <p:spPr>
          <a:xfrm>
            <a:off x="641444" y="562358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5085F-69E7-274D-B1E8-DD3431047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170" y="3129064"/>
            <a:ext cx="1875790" cy="599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0741D-44F1-4140-8882-7B8A462B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529" y="1567445"/>
            <a:ext cx="1739887" cy="6575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B68862-A34F-5946-90C7-E902902B21D5}"/>
              </a:ext>
            </a:extLst>
          </p:cNvPr>
          <p:cNvSpPr txBox="1"/>
          <p:nvPr/>
        </p:nvSpPr>
        <p:spPr>
          <a:xfrm>
            <a:off x="9383790" y="2225040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733500-7D26-C845-B824-8D981FD6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57" y="580978"/>
            <a:ext cx="482600" cy="482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0F914-EE7B-7D4F-B434-5211EACA6A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607"/>
          <a:stretch/>
        </p:blipFill>
        <p:spPr>
          <a:xfrm>
            <a:off x="6036533" y="2160214"/>
            <a:ext cx="286629" cy="4826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0A2D0-9E00-C297-5D98-FD7A1EF7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439AD-AAA1-96C8-5723-F55DF7B8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8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F7E5D0-1A3D-7041-9C2B-AA628E7D3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20" y="0"/>
            <a:ext cx="10970559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55224-FE40-6C9E-670A-5D30A2ED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009390-8F51-3A48-DC43-D3371738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7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0C2D57-DC98-8845-90D0-678071A0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43" y="0"/>
            <a:ext cx="10276514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FE0BB1-C283-9736-3466-8CBECC3C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174FE1-0BEF-DC81-38C3-473A9B55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86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D89C1-6E4B-894D-884E-407A6D51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711200"/>
            <a:ext cx="12077700" cy="543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2EDE45-54C3-A040-AA97-482B3B5B8CAC}"/>
              </a:ext>
            </a:extLst>
          </p:cNvPr>
          <p:cNvSpPr txBox="1"/>
          <p:nvPr/>
        </p:nvSpPr>
        <p:spPr>
          <a:xfrm>
            <a:off x="641444" y="562358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5085F-69E7-274D-B1E8-DD3431047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170" y="3129064"/>
            <a:ext cx="1875790" cy="599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0741D-44F1-4140-8882-7B8A462B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529" y="1567445"/>
            <a:ext cx="1739887" cy="6575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B68862-A34F-5946-90C7-E902902B21D5}"/>
              </a:ext>
            </a:extLst>
          </p:cNvPr>
          <p:cNvSpPr txBox="1"/>
          <p:nvPr/>
        </p:nvSpPr>
        <p:spPr>
          <a:xfrm>
            <a:off x="9383790" y="2225040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733500-7D26-C845-B824-8D981FD6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57" y="580978"/>
            <a:ext cx="482600" cy="482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0F914-EE7B-7D4F-B434-5211EACA6A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607"/>
          <a:stretch/>
        </p:blipFill>
        <p:spPr>
          <a:xfrm>
            <a:off x="6036533" y="2160214"/>
            <a:ext cx="286629" cy="482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2B7336-518E-B245-B128-071E18A9F5A1}"/>
              </a:ext>
            </a:extLst>
          </p:cNvPr>
          <p:cNvSpPr txBox="1"/>
          <p:nvPr/>
        </p:nvSpPr>
        <p:spPr>
          <a:xfrm>
            <a:off x="10629900" y="1513883"/>
            <a:ext cx="762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1: real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0: </a:t>
            </a:r>
            <a:r>
              <a:rPr lang="es-ES_tradnl" dirty="0" err="1">
                <a:latin typeface="Gill Sans MT" panose="020B0502020104020203" pitchFamily="34" charset="77"/>
              </a:rPr>
              <a:t>fake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5362B-BBFA-108C-A8ED-15EFEC67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BB5B4-4617-6753-10D6-0219D7BF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0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4BC316-B6AA-E84E-B019-13F98520F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5" y="1220628"/>
            <a:ext cx="11411849" cy="441674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A08CD-FF61-1D7F-F740-53B35F7B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7D65D-0692-4446-1F07-A7844038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72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7449C2-B4B6-E244-90C3-81C01B7CD2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35"/>
          <a:stretch/>
        </p:blipFill>
        <p:spPr>
          <a:xfrm>
            <a:off x="462957" y="907165"/>
            <a:ext cx="11266086" cy="46485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761CAF-AEEE-9B45-BC36-14D83F3CE2AF}"/>
              </a:ext>
            </a:extLst>
          </p:cNvPr>
          <p:cNvSpPr/>
          <p:nvPr/>
        </p:nvSpPr>
        <p:spPr>
          <a:xfrm>
            <a:off x="462957" y="685800"/>
            <a:ext cx="2737443" cy="628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1FB73-CE99-6954-4BA5-312640B2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20399-AC47-5057-307F-CA244EC7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92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D89C1-6E4B-894D-884E-407A6D51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711200"/>
            <a:ext cx="12077700" cy="543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2EDE45-54C3-A040-AA97-482B3B5B8CAC}"/>
              </a:ext>
            </a:extLst>
          </p:cNvPr>
          <p:cNvSpPr txBox="1"/>
          <p:nvPr/>
        </p:nvSpPr>
        <p:spPr>
          <a:xfrm>
            <a:off x="641444" y="562358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5085F-69E7-274D-B1E8-DD3431047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170" y="3129064"/>
            <a:ext cx="1875790" cy="599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0741D-44F1-4140-8882-7B8A462B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529" y="1567445"/>
            <a:ext cx="1739887" cy="6575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B68862-A34F-5946-90C7-E902902B21D5}"/>
              </a:ext>
            </a:extLst>
          </p:cNvPr>
          <p:cNvSpPr txBox="1"/>
          <p:nvPr/>
        </p:nvSpPr>
        <p:spPr>
          <a:xfrm>
            <a:off x="9383790" y="2225040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733500-7D26-C845-B824-8D981FD6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57" y="580978"/>
            <a:ext cx="482600" cy="482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0F914-EE7B-7D4F-B434-5211EACA6A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607"/>
          <a:stretch/>
        </p:blipFill>
        <p:spPr>
          <a:xfrm>
            <a:off x="6036533" y="2160214"/>
            <a:ext cx="286629" cy="482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2B7336-518E-B245-B128-071E18A9F5A1}"/>
              </a:ext>
            </a:extLst>
          </p:cNvPr>
          <p:cNvSpPr txBox="1"/>
          <p:nvPr/>
        </p:nvSpPr>
        <p:spPr>
          <a:xfrm>
            <a:off x="10629900" y="1513883"/>
            <a:ext cx="762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1: real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0: </a:t>
            </a:r>
            <a:r>
              <a:rPr lang="es-ES_tradnl" dirty="0" err="1">
                <a:latin typeface="Gill Sans MT" panose="020B0502020104020203" pitchFamily="34" charset="77"/>
              </a:rPr>
              <a:t>fake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0B8BE-F9A6-01BC-1FAF-1DE09264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8799B-83D9-67CD-AED6-A666E392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0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04946-F5C4-0740-8D6F-E26E90E74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014" y="0"/>
            <a:ext cx="53897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FA3D1C-C09B-184A-A8E9-372BDA33EB4F}"/>
              </a:ext>
            </a:extLst>
          </p:cNvPr>
          <p:cNvSpPr txBox="1"/>
          <p:nvPr/>
        </p:nvSpPr>
        <p:spPr>
          <a:xfrm>
            <a:off x="1773765" y="297888"/>
            <a:ext cx="159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GAN: Shuriken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D27683-C228-C341-82BE-C4166B71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8472D-642C-81F3-BA8B-7A832100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</p:spTree>
    <p:extLst>
      <p:ext uri="{BB962C8B-B14F-4D97-AF65-F5344CB8AC3E}">
        <p14:creationId xmlns:p14="http://schemas.microsoft.com/office/powerpoint/2010/main" val="2126005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7">
            <a:extLst>
              <a:ext uri="{FF2B5EF4-FFF2-40B4-BE49-F238E27FC236}">
                <a16:creationId xmlns:a16="http://schemas.microsoft.com/office/drawing/2014/main" id="{E8C73A6E-4E72-F755-1662-144BCB27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C2CBF535-7411-6997-A17E-34DC61CF6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56276B7F-B438-71E2-B596-C69F04783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FCD2BAA6-C432-B6A4-B42E-D0D60779C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3D374476-09E8-135A-6F09-7E16EC015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B01FDD68-EF23-4143-24E9-B3461F5245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9CDBF838-1F78-56BB-F577-7487E5EA96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034A92F8-AD8C-1F55-A76C-63A6209E7E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093E4DDB-A2BF-95C7-36CB-A8EB6F1523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00D3A700-5253-C05F-F001-69665C5588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0E141007-DF0A-133C-8E2C-E52A9A5F1F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EEA47CF8-2972-5796-A667-A98A305262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DF635A83-52E3-B426-0DF5-459AD54B38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296F13F5-5DB3-88B6-42DC-088850C6122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430BF62F-D8C9-12FA-F5F1-9662763F876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9B9D610B-5522-84FA-CDF3-D9416874FE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A7AE13FC-839C-C158-016B-EDFE0E8F016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BA75204F-5432-50E2-9C25-0329A87EC63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8317BDFE-5F63-002D-F134-F50911CAD6F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7646A466-9B53-A06E-7256-3230392BF9F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EFE139A0-686B-1224-BBF3-F0034DC5873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3F549861-4A45-62CE-B6BC-DBED13FE1B0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747195E2-8D8B-5539-EF0B-14BE9950C3B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8E5845F9-0DC7-27E4-BFE6-D0C04787E15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F1E56534-A513-25BA-B9CF-321C6051FBF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06C94AD6-CC4D-B42D-39A0-24250D211CC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D1BE7121-BF56-48D2-1530-648467CB678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6BFFAC6A-7934-5109-B905-7A9F8847B88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4EB7FA74-05B7-86E6-296E-DB3F82388FF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6D6F8916-12CF-69C2-FF8F-EDFD14E7068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F21647B9-CE0F-372C-5A9D-0F50D390627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15FF195D-DE26-69AC-B289-EDCED7019DB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B5D063A5-2EAB-E5D5-5FE0-F2CC61CF987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D01B4712-C462-2DA0-8081-6556D653944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A1C80E06-B371-EE53-D2A2-7F603C8C57E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69FE2A77-DA5D-8180-F323-8F3808AAFD0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10E8222E-CDB2-06B7-20C9-7289D41DBBDB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7C4B0993-5E8D-F131-E227-22EEE8F69DE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B9AAF4AD-5C58-4D2D-324A-941C262DC35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3E4BB41D-81A0-14E5-88B4-2A51F523499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DBA71C87-EB81-A872-9ABF-A3C358B48C5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544DC1A3-187E-E92A-ED2D-1B73F60D61C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D9319350-4040-D1EF-7703-47980155CA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E1FAE685-9C91-49EE-D567-6DABCE1865C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EF692DC2-0998-0C49-1AC0-507159400613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654CDAE7-BECA-7EA6-AE66-5313E9A995C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44D1E252-7DD2-37DE-D724-8757DE74B281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AB3AAA86-B8BE-4901-47E4-4A8D6E517150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2A2D27A3-9413-D1CC-7FFB-DC6EA9B3FDC2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FB6E908F-E3A1-73D8-487E-5E6CDAE67FC8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604656" y="0"/>
            <a:ext cx="6988924" cy="6851886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A9B68360-3FE9-C356-C552-01947604C066}"/>
              </a:ext>
            </a:extLst>
          </p:cNvPr>
          <p:cNvSpPr/>
          <p:nvPr/>
        </p:nvSpPr>
        <p:spPr>
          <a:xfrm>
            <a:off x="2424545" y="-207818"/>
            <a:ext cx="914400" cy="7059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526502F-6DC6-CCAC-4D4A-0F28D981DC01}"/>
              </a:ext>
            </a:extLst>
          </p:cNvPr>
          <p:cNvSpPr/>
          <p:nvPr/>
        </p:nvSpPr>
        <p:spPr>
          <a:xfrm>
            <a:off x="2576945" y="6289964"/>
            <a:ext cx="7647710" cy="714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A05511-3065-CDF3-36EC-E1C4DD61B738}"/>
              </a:ext>
            </a:extLst>
          </p:cNvPr>
          <p:cNvSpPr txBox="1"/>
          <p:nvPr/>
        </p:nvSpPr>
        <p:spPr>
          <a:xfrm>
            <a:off x="1773765" y="297888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GAN: MINST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9E2E8-CB0B-9865-F41F-5AD2BAD9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5E87B-0F73-0F3E-1528-21537F85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8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6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8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4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6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2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8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4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6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2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8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4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6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2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38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4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6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62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8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4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80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86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92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98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4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10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160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22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2800"/>
                            </p:stCondLst>
                            <p:childTnLst>
                              <p:par>
                                <p:cTn id="119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34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46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2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800"/>
                            </p:stCondLst>
                            <p:childTnLst>
                              <p:par>
                                <p:cTn id="134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64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700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76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82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880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94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sta persona no existe: La escalofriante inteligencia artificial que  inventa rostros humanos - La Tercera">
            <a:extLst>
              <a:ext uri="{FF2B5EF4-FFF2-40B4-BE49-F238E27FC236}">
                <a16:creationId xmlns:a16="http://schemas.microsoft.com/office/drawing/2014/main" id="{A982AFFB-A7B8-5746-A1F4-F55187143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32937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12E07-8202-0246-B0AF-4D96D47BB88E}"/>
              </a:ext>
            </a:extLst>
          </p:cNvPr>
          <p:cNvSpPr txBox="1"/>
          <p:nvPr/>
        </p:nvSpPr>
        <p:spPr>
          <a:xfrm>
            <a:off x="1672282" y="253998"/>
            <a:ext cx="6339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accent6"/>
                </a:solidFill>
                <a:latin typeface="Gill Sans MT" panose="020B0502020104020203" pitchFamily="34" charset="77"/>
              </a:rPr>
              <a:t>www.ThisPearsonDoesNotExist.com</a:t>
            </a:r>
            <a:endParaRPr lang="en-US" sz="3200" dirty="0">
              <a:solidFill>
                <a:schemeClr val="accent6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BC329-8074-4095-22BC-2FE2CC48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E1987A-CDA9-BC65-8A01-B3A5A1BD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06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9477F0B-73C0-FF4E-83E8-5F4556451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B0D73-858C-31CC-8E26-86ABF5EB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180021-B6D7-E361-FF0C-EE93A243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56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E701D93-FD27-4842-9932-D8E388AD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07277-7EF4-E8B6-6D32-955AFBDD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0A647-22BB-4150-5DFD-1AFA55CC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29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6127AE7-C7FE-7A46-BF14-A7DD0321A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FF3C0-9D61-48CC-CCED-5D820D19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2962C-5124-72E0-786E-A7431618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9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5D40B1E3-2E25-3843-A63F-A04997BC3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9567E-C965-9499-21BA-1E718A55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41751-C9F6-CA54-8424-409CBFA9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13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FA00606-C8C7-0942-B314-3E22632F7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44D61-9AF1-1D3B-1759-C9A50BDB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A25C6C-66F5-8378-71D5-74844DD7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22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98027D77-4FF7-804B-8BB2-2E9915A9E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DF256-D788-BAA1-4028-14C5A615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D7964C-AFDC-776E-4746-FD4B0F1F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4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844A7E9F-7480-C543-B468-8AED035F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73184-1D55-6C32-4398-8CA4AA4A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669CB0-52D8-846C-1312-D2B69498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8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D89C1-6E4B-894D-884E-407A6D51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711200"/>
            <a:ext cx="12077700" cy="543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2EDE45-54C3-A040-AA97-482B3B5B8CAC}"/>
              </a:ext>
            </a:extLst>
          </p:cNvPr>
          <p:cNvSpPr txBox="1"/>
          <p:nvPr/>
        </p:nvSpPr>
        <p:spPr>
          <a:xfrm>
            <a:off x="641444" y="562358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5085F-69E7-274D-B1E8-DD3431047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170" y="3129064"/>
            <a:ext cx="1875790" cy="599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0741D-44F1-4140-8882-7B8A462B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529" y="1567445"/>
            <a:ext cx="1739887" cy="6575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B68862-A34F-5946-90C7-E902902B21D5}"/>
              </a:ext>
            </a:extLst>
          </p:cNvPr>
          <p:cNvSpPr txBox="1"/>
          <p:nvPr/>
        </p:nvSpPr>
        <p:spPr>
          <a:xfrm>
            <a:off x="9383790" y="2225040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733500-7D26-C845-B824-8D981FD6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57" y="580978"/>
            <a:ext cx="482600" cy="482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0F914-EE7B-7D4F-B434-5211EACA6A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607"/>
          <a:stretch/>
        </p:blipFill>
        <p:spPr>
          <a:xfrm>
            <a:off x="6036533" y="2160214"/>
            <a:ext cx="286629" cy="482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2B7336-518E-B245-B128-071E18A9F5A1}"/>
              </a:ext>
            </a:extLst>
          </p:cNvPr>
          <p:cNvSpPr txBox="1"/>
          <p:nvPr/>
        </p:nvSpPr>
        <p:spPr>
          <a:xfrm>
            <a:off x="10629900" y="1513883"/>
            <a:ext cx="762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1: real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0: </a:t>
            </a:r>
            <a:r>
              <a:rPr lang="es-ES_tradnl" dirty="0" err="1">
                <a:latin typeface="Gill Sans MT" panose="020B0502020104020203" pitchFamily="34" charset="77"/>
              </a:rPr>
              <a:t>fake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6FA34-57D1-A447-978F-5184A99A2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07" y="3898899"/>
            <a:ext cx="1179272" cy="1293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9BF998-9AD7-7E4E-8956-5E3C9AAC4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623" y="1249250"/>
            <a:ext cx="1111156" cy="1293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258027-4A8F-D74D-A75F-20CE81EF6D76}"/>
              </a:ext>
            </a:extLst>
          </p:cNvPr>
          <p:cNvSpPr txBox="1"/>
          <p:nvPr/>
        </p:nvSpPr>
        <p:spPr>
          <a:xfrm>
            <a:off x="219408" y="5239418"/>
            <a:ext cx="1340303" cy="307777"/>
          </a:xfrm>
          <a:prstGeom prst="rect">
            <a:avLst/>
          </a:prstGeom>
          <a:solidFill>
            <a:srgbClr val="B2E2E4"/>
          </a:solidFill>
        </p:spPr>
        <p:txBody>
          <a:bodyPr wrap="none" rtlCol="0">
            <a:spAutoFit/>
          </a:bodyPr>
          <a:lstStyle/>
          <a:p>
            <a:r>
              <a:rPr lang="es-ES_tradnl" sz="1400" dirty="0" err="1">
                <a:latin typeface="Gill Sans MT" panose="020B0502020104020203" pitchFamily="34" charset="77"/>
              </a:rPr>
              <a:t>Low-Resolution</a:t>
            </a:r>
            <a:endParaRPr lang="es-ES_tradnl" sz="1400" dirty="0">
              <a:latin typeface="Gill Sans MT" panose="020B050202010402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EB3F53-D067-0244-BEAC-641F9F486A52}"/>
              </a:ext>
            </a:extLst>
          </p:cNvPr>
          <p:cNvSpPr txBox="1"/>
          <p:nvPr/>
        </p:nvSpPr>
        <p:spPr>
          <a:xfrm>
            <a:off x="229507" y="2589769"/>
            <a:ext cx="1191416" cy="307777"/>
          </a:xfrm>
          <a:prstGeom prst="rect">
            <a:avLst/>
          </a:prstGeom>
          <a:solidFill>
            <a:srgbClr val="B2E2E4"/>
          </a:solidFill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Gill Sans MT" panose="020B0502020104020203" pitchFamily="34" charset="77"/>
              </a:rPr>
              <a:t>Hi-</a:t>
            </a:r>
            <a:r>
              <a:rPr lang="es-ES_tradnl" sz="1400" dirty="0" err="1">
                <a:latin typeface="Gill Sans MT" panose="020B0502020104020203" pitchFamily="34" charset="77"/>
              </a:rPr>
              <a:t>Resolution</a:t>
            </a:r>
            <a:endParaRPr lang="es-ES_tradnl" sz="1400" dirty="0">
              <a:latin typeface="Gill Sans MT" panose="020B0502020104020203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29C73C-9096-3643-AAA8-39E19ED47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7862" y="4044240"/>
            <a:ext cx="1179272" cy="12939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8C8E57A-EE1A-484D-A394-6FC266E9A7C6}"/>
              </a:ext>
            </a:extLst>
          </p:cNvPr>
          <p:cNvSpPr txBox="1"/>
          <p:nvPr/>
        </p:nvSpPr>
        <p:spPr>
          <a:xfrm>
            <a:off x="1865118" y="187980"/>
            <a:ext cx="4293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GAN para </a:t>
            </a:r>
            <a:r>
              <a:rPr lang="es-ES_tradnl" sz="2800" dirty="0" err="1">
                <a:latin typeface="Gill Sans MT" panose="020B0502020104020203" pitchFamily="34" charset="77"/>
              </a:rPr>
              <a:t>Super-Resolution</a:t>
            </a: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95F2E-B9BF-F8A3-626C-35816F2C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00472-6097-73C5-9D12-0CEF629B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00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790C2E-7CF6-4A44-98EF-236EC4BCE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4787"/>
            <a:ext cx="12192000" cy="310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N — Super Resolution GAN (SRGAN) | by Jonathan Hui | Medium">
            <a:extLst>
              <a:ext uri="{FF2B5EF4-FFF2-40B4-BE49-F238E27FC236}">
                <a16:creationId xmlns:a16="http://schemas.microsoft.com/office/drawing/2014/main" id="{A3B1FC13-8435-A646-8B90-C5BE79A0A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7675"/>
            <a:ext cx="1219200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CD64C-F140-8EB8-CE5E-67C54EAB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230174-3D76-F960-D4C3-EF7D86E7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76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50D2B-A001-61AA-B583-643E9349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07042"/>
            <a:ext cx="6502400" cy="325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19ADD6-C753-5F2A-6EE5-2A81E6BD45FC}"/>
              </a:ext>
            </a:extLst>
          </p:cNvPr>
          <p:cNvSpPr/>
          <p:nvPr/>
        </p:nvSpPr>
        <p:spPr>
          <a:xfrm>
            <a:off x="6096001" y="1327355"/>
            <a:ext cx="9973733" cy="5261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5562C-FD0F-8318-B4B3-6A87FF5B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9D14F9-1208-3A82-0550-E20B90DC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6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ew AI is amazing at depixelating images - but it also highlights the  problem of data bias - Heidelberg Laureate Forum - SciLogs -  Wissenschaftsblogs">
            <a:extLst>
              <a:ext uri="{FF2B5EF4-FFF2-40B4-BE49-F238E27FC236}">
                <a16:creationId xmlns:a16="http://schemas.microsoft.com/office/drawing/2014/main" id="{B8151047-136E-B215-5083-5CFD52EE9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717412"/>
            <a:ext cx="9594849" cy="542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42BAF1-2A0C-A436-5A27-0F9F866BBD05}"/>
              </a:ext>
            </a:extLst>
          </p:cNvPr>
          <p:cNvSpPr/>
          <p:nvPr/>
        </p:nvSpPr>
        <p:spPr>
          <a:xfrm>
            <a:off x="6068289" y="1050263"/>
            <a:ext cx="9973733" cy="5261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3003E-43E8-B285-74D9-B4830807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D9600-0C91-008F-C728-FFD93664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3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02DBE-61D9-B1B1-2750-374B14D9F6B6}"/>
              </a:ext>
            </a:extLst>
          </p:cNvPr>
          <p:cNvSpPr txBox="1"/>
          <p:nvPr/>
        </p:nvSpPr>
        <p:spPr>
          <a:xfrm>
            <a:off x="2391716" y="2875002"/>
            <a:ext cx="787593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6600" dirty="0">
                <a:latin typeface="Gill Sans MT" panose="020B0502020104020203" pitchFamily="34" charset="77"/>
              </a:rPr>
              <a:t>Algunos problemitas...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FF15-82D6-1561-9033-63D756CA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BCF01-B15D-22DF-1E9C-60E48431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9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a machine learning tool that turns Obama white can (and can't) tell us  about AI bias - The Verge">
            <a:extLst>
              <a:ext uri="{FF2B5EF4-FFF2-40B4-BE49-F238E27FC236}">
                <a16:creationId xmlns:a16="http://schemas.microsoft.com/office/drawing/2014/main" id="{04B9ADA9-CEA4-56B2-A35E-B96D1F180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428750"/>
            <a:ext cx="11811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6EEC3B-AA08-4FBC-931C-5F8D721BA371}"/>
              </a:ext>
            </a:extLst>
          </p:cNvPr>
          <p:cNvSpPr/>
          <p:nvPr/>
        </p:nvSpPr>
        <p:spPr>
          <a:xfrm>
            <a:off x="8049492" y="1133392"/>
            <a:ext cx="9973733" cy="5261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0FA2D-C1B3-E41D-D08D-EEF5A80EEE9B}"/>
              </a:ext>
            </a:extLst>
          </p:cNvPr>
          <p:cNvSpPr/>
          <p:nvPr/>
        </p:nvSpPr>
        <p:spPr>
          <a:xfrm rot="10800000">
            <a:off x="-5853737" y="939427"/>
            <a:ext cx="9973733" cy="5261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0569C-246E-A7EE-F00F-474E6A47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C2FF-8458-094E-1522-643B01BB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8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is Image of a White Barack Obama Is AI's Racial Bias Problem In a Nutshell">
            <a:extLst>
              <a:ext uri="{FF2B5EF4-FFF2-40B4-BE49-F238E27FC236}">
                <a16:creationId xmlns:a16="http://schemas.microsoft.com/office/drawing/2014/main" id="{4219F8CA-290D-69FA-680D-61913FADF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2192000" cy="48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48DC4F-EF46-F138-4D51-277D3CF8FB67}"/>
              </a:ext>
            </a:extLst>
          </p:cNvPr>
          <p:cNvSpPr/>
          <p:nvPr/>
        </p:nvSpPr>
        <p:spPr>
          <a:xfrm>
            <a:off x="6054435" y="468373"/>
            <a:ext cx="9973733" cy="58631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26" name="Picture 2" descr="Barack Obama - Presidency, Education &amp; Mother - Biography">
            <a:extLst>
              <a:ext uri="{FF2B5EF4-FFF2-40B4-BE49-F238E27FC236}">
                <a16:creationId xmlns:a16="http://schemas.microsoft.com/office/drawing/2014/main" id="{28C58C2B-2780-0064-7E66-1C92DC967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3" t="1992" r="4184" b="29405"/>
          <a:stretch/>
        </p:blipFill>
        <p:spPr bwMode="auto">
          <a:xfrm>
            <a:off x="1246909" y="1094510"/>
            <a:ext cx="4807526" cy="477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DBB15-E5D2-D6E2-AE0E-0BC61659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39276-306A-C6FA-67C9-83092EA6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3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CF1F32C-3D77-24E0-CD22-8FAD76BFE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092" y="3734465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722358-4023-698D-D043-4C7136AB7F9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154873" y="2478157"/>
            <a:ext cx="2926080" cy="2926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1ED021-B88E-4AB8-28AE-21E85F0B2F86}"/>
              </a:ext>
            </a:extLst>
          </p:cNvPr>
          <p:cNvSpPr txBox="1"/>
          <p:nvPr/>
        </p:nvSpPr>
        <p:spPr>
          <a:xfrm>
            <a:off x="790692" y="235602"/>
            <a:ext cx="5752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9300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GAN </a:t>
            </a: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for Super-Resolution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7BFE1-2090-8280-359D-F1C7B9BA1002}"/>
              </a:ext>
            </a:extLst>
          </p:cNvPr>
          <p:cNvSpPr txBox="1"/>
          <p:nvPr/>
        </p:nvSpPr>
        <p:spPr>
          <a:xfrm>
            <a:off x="6196964" y="5733077"/>
            <a:ext cx="841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INPUT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56x56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64DE8C-F41F-E3A3-08B9-2D8777757125}"/>
              </a:ext>
            </a:extLst>
          </p:cNvPr>
          <p:cNvGrpSpPr/>
          <p:nvPr/>
        </p:nvGrpSpPr>
        <p:grpSpPr>
          <a:xfrm>
            <a:off x="8438539" y="2478157"/>
            <a:ext cx="2926080" cy="3901250"/>
            <a:chOff x="8438539" y="2478157"/>
            <a:chExt cx="2926080" cy="39012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56FBC5-FBCF-DBFB-5E19-E3937AF94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38539" y="2478157"/>
              <a:ext cx="2926080" cy="292608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71B76B-0138-F799-2C5D-657354EC9D09}"/>
                </a:ext>
              </a:extLst>
            </p:cNvPr>
            <p:cNvSpPr txBox="1"/>
            <p:nvPr/>
          </p:nvSpPr>
          <p:spPr>
            <a:xfrm>
              <a:off x="9352390" y="5733076"/>
              <a:ext cx="10983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OUTPUT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448x448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E9533C9-0B00-C3A8-0E43-8CB269F210CE}"/>
              </a:ext>
            </a:extLst>
          </p:cNvPr>
          <p:cNvGrpSpPr/>
          <p:nvPr/>
        </p:nvGrpSpPr>
        <p:grpSpPr>
          <a:xfrm>
            <a:off x="1871207" y="2478157"/>
            <a:ext cx="2926080" cy="3901249"/>
            <a:chOff x="1871207" y="2478157"/>
            <a:chExt cx="2926080" cy="3901249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CBDC211-5708-971C-D56F-DC2F3EA537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5" t="3618" r="2800"/>
            <a:stretch/>
          </p:blipFill>
          <p:spPr bwMode="auto">
            <a:xfrm>
              <a:off x="1871207" y="2478157"/>
              <a:ext cx="2926080" cy="2926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A245A8-B9F9-52E2-B42C-D099A6596B3F}"/>
                </a:ext>
              </a:extLst>
            </p:cNvPr>
            <p:cNvSpPr txBox="1"/>
            <p:nvPr/>
          </p:nvSpPr>
          <p:spPr>
            <a:xfrm>
              <a:off x="2709717" y="5733075"/>
              <a:ext cx="12490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ORIGINAL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448x448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02310E-3F46-88B8-EEDC-AFDE4222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C63F3-68A8-ED38-AF69-89E55ADA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5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CF1F32C-3D77-24E0-CD22-8FAD76BFE7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60092" y="3758317"/>
            <a:ext cx="365760" cy="365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722358-4023-698D-D043-4C7136AB7F9A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5154873" y="2478157"/>
            <a:ext cx="2926080" cy="2926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1ED021-B88E-4AB8-28AE-21E85F0B2F86}"/>
              </a:ext>
            </a:extLst>
          </p:cNvPr>
          <p:cNvSpPr txBox="1"/>
          <p:nvPr/>
        </p:nvSpPr>
        <p:spPr>
          <a:xfrm>
            <a:off x="790692" y="235602"/>
            <a:ext cx="5752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9300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GAN </a:t>
            </a: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for Super-Resolution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7BFE1-2090-8280-359D-F1C7B9BA1002}"/>
              </a:ext>
            </a:extLst>
          </p:cNvPr>
          <p:cNvSpPr txBox="1"/>
          <p:nvPr/>
        </p:nvSpPr>
        <p:spPr>
          <a:xfrm>
            <a:off x="6196964" y="5733077"/>
            <a:ext cx="841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INPUT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56x56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64DE8C-F41F-E3A3-08B9-2D8777757125}"/>
              </a:ext>
            </a:extLst>
          </p:cNvPr>
          <p:cNvGrpSpPr/>
          <p:nvPr/>
        </p:nvGrpSpPr>
        <p:grpSpPr>
          <a:xfrm>
            <a:off x="8438539" y="2478157"/>
            <a:ext cx="2926080" cy="3901250"/>
            <a:chOff x="8438539" y="2478157"/>
            <a:chExt cx="2926080" cy="39012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56FBC5-FBCF-DBFB-5E19-E3937AF94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438539" y="2478157"/>
              <a:ext cx="2926080" cy="292608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71B76B-0138-F799-2C5D-657354EC9D09}"/>
                </a:ext>
              </a:extLst>
            </p:cNvPr>
            <p:cNvSpPr txBox="1"/>
            <p:nvPr/>
          </p:nvSpPr>
          <p:spPr>
            <a:xfrm>
              <a:off x="9352390" y="5733076"/>
              <a:ext cx="10983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OUTPUT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448x448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E9533C9-0B00-C3A8-0E43-8CB269F210CE}"/>
              </a:ext>
            </a:extLst>
          </p:cNvPr>
          <p:cNvGrpSpPr/>
          <p:nvPr/>
        </p:nvGrpSpPr>
        <p:grpSpPr>
          <a:xfrm>
            <a:off x="1871207" y="2478157"/>
            <a:ext cx="2926080" cy="3901249"/>
            <a:chOff x="1871207" y="2478157"/>
            <a:chExt cx="2926080" cy="3901249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CBDC211-5708-971C-D56F-DC2F3EA53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1871207" y="2478157"/>
              <a:ext cx="2926080" cy="2926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A245A8-B9F9-52E2-B42C-D099A6596B3F}"/>
                </a:ext>
              </a:extLst>
            </p:cNvPr>
            <p:cNvSpPr txBox="1"/>
            <p:nvPr/>
          </p:nvSpPr>
          <p:spPr>
            <a:xfrm>
              <a:off x="2709717" y="5733075"/>
              <a:ext cx="12490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ORIGINAL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448x448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DBA30-3A29-A466-4375-D0670B34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A4CAC-DB9F-C5E6-3096-E428D033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4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B1ED021-B88E-4AB8-28AE-21E85F0B2F86}"/>
              </a:ext>
            </a:extLst>
          </p:cNvPr>
          <p:cNvSpPr txBox="1"/>
          <p:nvPr/>
        </p:nvSpPr>
        <p:spPr>
          <a:xfrm>
            <a:off x="790692" y="235602"/>
            <a:ext cx="90865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9300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Problems with GANs </a:t>
            </a:r>
            <a:r>
              <a:rPr lang="en-US" sz="4000" dirty="0">
                <a:solidFill>
                  <a:schemeClr val="accent1"/>
                </a:solidFill>
                <a:latin typeface="Gill Sans MT" panose="020B0502020104020203" pitchFamily="34" charset="77"/>
                <a:cs typeface="Arial" panose="020B0604020202020204" pitchFamily="34" charset="0"/>
              </a:rPr>
              <a:t>for Super-Resolution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EA8E41-49C8-8442-0A16-55A716627C3E}"/>
              </a:ext>
            </a:extLst>
          </p:cNvPr>
          <p:cNvGrpSpPr/>
          <p:nvPr/>
        </p:nvGrpSpPr>
        <p:grpSpPr>
          <a:xfrm>
            <a:off x="160198" y="1380877"/>
            <a:ext cx="2560320" cy="3320874"/>
            <a:chOff x="408166" y="1380877"/>
            <a:chExt cx="2560320" cy="3320874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CBDC211-5708-971C-D56F-DC2F3EA53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/>
          </p:blipFill>
          <p:spPr bwMode="auto">
            <a:xfrm>
              <a:off x="408166" y="1380877"/>
              <a:ext cx="2560320" cy="2560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667DB9-A143-4F34-9E39-AE743D9DF5BB}"/>
                </a:ext>
              </a:extLst>
            </p:cNvPr>
            <p:cNvSpPr txBox="1"/>
            <p:nvPr/>
          </p:nvSpPr>
          <p:spPr>
            <a:xfrm>
              <a:off x="1063796" y="4055420"/>
              <a:ext cx="12490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ORIGINAL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112x112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3FD896-B770-2D42-BFEF-37CDA94A6082}"/>
              </a:ext>
            </a:extLst>
          </p:cNvPr>
          <p:cNvGrpSpPr/>
          <p:nvPr/>
        </p:nvGrpSpPr>
        <p:grpSpPr>
          <a:xfrm>
            <a:off x="3782450" y="1387977"/>
            <a:ext cx="2628015" cy="2560320"/>
            <a:chOff x="3782450" y="1387977"/>
            <a:chExt cx="2628015" cy="25603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C4B9D7-2A26-B406-7ECA-5A722473071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/>
            <a:stretch/>
          </p:blipFill>
          <p:spPr>
            <a:xfrm>
              <a:off x="3850145" y="1387977"/>
              <a:ext cx="2560320" cy="256032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676AAF-02AF-6F62-08AF-6FF8CA802DA7}"/>
                </a:ext>
              </a:extLst>
            </p:cNvPr>
            <p:cNvSpPr txBox="1"/>
            <p:nvPr/>
          </p:nvSpPr>
          <p:spPr>
            <a:xfrm>
              <a:off x="3782450" y="3281803"/>
              <a:ext cx="7617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LR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56x56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D269F5-4425-2F8A-B066-0AB217FD075B}"/>
              </a:ext>
            </a:extLst>
          </p:cNvPr>
          <p:cNvGrpSpPr/>
          <p:nvPr/>
        </p:nvGrpSpPr>
        <p:grpSpPr>
          <a:xfrm>
            <a:off x="3803874" y="4133256"/>
            <a:ext cx="2610009" cy="2586447"/>
            <a:chOff x="3803874" y="4133256"/>
            <a:chExt cx="2610009" cy="258644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E488AA-FD0C-4F3B-186E-247D975AE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853563" y="4133256"/>
              <a:ext cx="2560320" cy="256032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0965BE-B954-52E0-B401-6DC39EF0C9A9}"/>
                </a:ext>
              </a:extLst>
            </p:cNvPr>
            <p:cNvSpPr txBox="1"/>
            <p:nvPr/>
          </p:nvSpPr>
          <p:spPr>
            <a:xfrm>
              <a:off x="3803874" y="6073372"/>
              <a:ext cx="9861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HR</a:t>
              </a:r>
            </a:p>
            <a:p>
              <a:pPr algn="ctr"/>
              <a:r>
                <a:rPr lang="es-ES_tradnl" dirty="0">
                  <a:latin typeface="Gill Sans MT" panose="020B0502020104020203" pitchFamily="34" charset="77"/>
                </a:rPr>
                <a:t>112x112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2C26866-77D2-6E57-A31C-315D09C064FD}"/>
              </a:ext>
            </a:extLst>
          </p:cNvPr>
          <p:cNvGrpSpPr/>
          <p:nvPr/>
        </p:nvGrpSpPr>
        <p:grpSpPr>
          <a:xfrm>
            <a:off x="6596744" y="1380877"/>
            <a:ext cx="2613893" cy="5338825"/>
            <a:chOff x="6596744" y="1380877"/>
            <a:chExt cx="2613893" cy="533882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1F52C24-55A7-E039-9DB4-008CA001F2AB}"/>
                </a:ext>
              </a:extLst>
            </p:cNvPr>
            <p:cNvGrpSpPr/>
            <p:nvPr/>
          </p:nvGrpSpPr>
          <p:grpSpPr>
            <a:xfrm>
              <a:off x="6596744" y="1380877"/>
              <a:ext cx="2613893" cy="2560320"/>
              <a:chOff x="6596744" y="1380877"/>
              <a:chExt cx="2613893" cy="256032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36940A4-99B4-15D0-CA1C-E4C3800D301B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6650317" y="1380877"/>
                <a:ext cx="2560320" cy="256032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C27B14-DF93-8444-EC27-E03D7FF065C6}"/>
                  </a:ext>
                </a:extLst>
              </p:cNvPr>
              <p:cNvSpPr txBox="1"/>
              <p:nvPr/>
            </p:nvSpPr>
            <p:spPr>
              <a:xfrm>
                <a:off x="6596744" y="3291884"/>
                <a:ext cx="7617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LR</a:t>
                </a:r>
              </a:p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28x28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66425BF-57FC-02E8-4768-5B853A99E54B}"/>
                </a:ext>
              </a:extLst>
            </p:cNvPr>
            <p:cNvGrpSpPr/>
            <p:nvPr/>
          </p:nvGrpSpPr>
          <p:grpSpPr>
            <a:xfrm>
              <a:off x="6598472" y="4123507"/>
              <a:ext cx="2612165" cy="2596195"/>
              <a:chOff x="6598472" y="4123507"/>
              <a:chExt cx="2612165" cy="259619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6270D53-EFDE-A8C8-F3D0-7661989A8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6650317" y="4123507"/>
                <a:ext cx="2560320" cy="2560320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A3B6E8-CF20-E9A5-F204-DA78B8352B57}"/>
                  </a:ext>
                </a:extLst>
              </p:cNvPr>
              <p:cNvSpPr txBox="1"/>
              <p:nvPr/>
            </p:nvSpPr>
            <p:spPr>
              <a:xfrm>
                <a:off x="6598472" y="6073371"/>
                <a:ext cx="9861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HR</a:t>
                </a:r>
              </a:p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112x112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AB88E7-1A61-F3ED-D2BB-D09E4C67D0D7}"/>
              </a:ext>
            </a:extLst>
          </p:cNvPr>
          <p:cNvGrpSpPr/>
          <p:nvPr/>
        </p:nvGrpSpPr>
        <p:grpSpPr>
          <a:xfrm>
            <a:off x="9331628" y="1380877"/>
            <a:ext cx="2632510" cy="5338825"/>
            <a:chOff x="9331628" y="1380877"/>
            <a:chExt cx="2632510" cy="533882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FE67B6F-9522-CCD9-871D-0CF5E81A2B92}"/>
                </a:ext>
              </a:extLst>
            </p:cNvPr>
            <p:cNvGrpSpPr/>
            <p:nvPr/>
          </p:nvGrpSpPr>
          <p:grpSpPr>
            <a:xfrm>
              <a:off x="9346749" y="1380877"/>
              <a:ext cx="2617389" cy="2560320"/>
              <a:chOff x="9346749" y="1380877"/>
              <a:chExt cx="2617389" cy="25603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2F1C4468-14D9-E219-DB96-3893B9BD6E8C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9403818" y="1380877"/>
                <a:ext cx="2560320" cy="256032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AD0C8A-3C2A-0BBB-60DE-BF34234D788E}"/>
                  </a:ext>
                </a:extLst>
              </p:cNvPr>
              <p:cNvSpPr txBox="1"/>
              <p:nvPr/>
            </p:nvSpPr>
            <p:spPr>
              <a:xfrm>
                <a:off x="9346749" y="3281802"/>
                <a:ext cx="7617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LR</a:t>
                </a:r>
              </a:p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14x14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26F9E2F-822D-E85A-BB9E-DBF0277D59C5}"/>
                </a:ext>
              </a:extLst>
            </p:cNvPr>
            <p:cNvGrpSpPr/>
            <p:nvPr/>
          </p:nvGrpSpPr>
          <p:grpSpPr>
            <a:xfrm>
              <a:off x="9331628" y="4123507"/>
              <a:ext cx="2632510" cy="2596195"/>
              <a:chOff x="9331628" y="4123507"/>
              <a:chExt cx="2632510" cy="259619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F56FBC5-FBCF-DBFB-5E19-E3937AF94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/>
              <a:stretch/>
            </p:blipFill>
            <p:spPr>
              <a:xfrm>
                <a:off x="9403818" y="4123507"/>
                <a:ext cx="2560320" cy="256032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7DA642-7BC9-DAC1-4363-D0959ED26C4C}"/>
                  </a:ext>
                </a:extLst>
              </p:cNvPr>
              <p:cNvSpPr txBox="1"/>
              <p:nvPr/>
            </p:nvSpPr>
            <p:spPr>
              <a:xfrm>
                <a:off x="9331628" y="6073371"/>
                <a:ext cx="9861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HR</a:t>
                </a:r>
              </a:p>
              <a:p>
                <a:pPr algn="ctr"/>
                <a:r>
                  <a:rPr lang="es-ES_tradnl" dirty="0">
                    <a:latin typeface="Gill Sans MT" panose="020B0502020104020203" pitchFamily="34" charset="77"/>
                  </a:rPr>
                  <a:t>112x112</a:t>
                </a:r>
              </a:p>
            </p:txBody>
          </p:sp>
        </p:grp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E79D7C-5C80-668F-7A48-75B3CF64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B1E566-5EAA-5286-8063-FFE4EC87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4156BD1-87A5-DF47-B8AA-002B563C16A2}"/>
              </a:ext>
            </a:extLst>
          </p:cNvPr>
          <p:cNvSpPr txBox="1"/>
          <p:nvPr/>
        </p:nvSpPr>
        <p:spPr>
          <a:xfrm>
            <a:off x="471244" y="481252"/>
            <a:ext cx="8144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 of face images with different sizes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89D5B5-8051-8334-221F-D215AB45CCD6}"/>
              </a:ext>
            </a:extLst>
          </p:cNvPr>
          <p:cNvSpPr/>
          <p:nvPr/>
        </p:nvSpPr>
        <p:spPr>
          <a:xfrm>
            <a:off x="8970380" y="2233914"/>
            <a:ext cx="2257063" cy="365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30404-F04B-17EA-454D-D2B898916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872" y="1421310"/>
            <a:ext cx="9225549" cy="4955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01BEA-0862-8F51-38B2-AB09F20C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843A5-7B07-FE9D-D9AC-01C07F08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34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82E1D0-F366-7BF0-33DD-7AE921DFC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821" y="1831974"/>
            <a:ext cx="406400" cy="29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A9FFFB-2151-92B9-9B2F-61C88422D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56" y="1188358"/>
            <a:ext cx="241300" cy="4318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D419071-1470-B735-7E11-33C8CD018156}"/>
              </a:ext>
            </a:extLst>
          </p:cNvPr>
          <p:cNvGrpSpPr/>
          <p:nvPr/>
        </p:nvGrpSpPr>
        <p:grpSpPr>
          <a:xfrm>
            <a:off x="6074927" y="2474414"/>
            <a:ext cx="2538352" cy="1734140"/>
            <a:chOff x="5844157" y="3271252"/>
            <a:chExt cx="2538352" cy="17341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FFA12C8-D810-3678-A5F8-397940238770}"/>
                </a:ext>
              </a:extLst>
            </p:cNvPr>
            <p:cNvSpPr/>
            <p:nvPr/>
          </p:nvSpPr>
          <p:spPr>
            <a:xfrm>
              <a:off x="5885137" y="4033333"/>
              <a:ext cx="211932" cy="2434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 dirty="0">
                <a:latin typeface="Gill Sans MT" panose="020B0502020104020203" pitchFamily="34" charset="77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F434AC-7986-DAC6-729A-5411ED526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7114" y="3271252"/>
              <a:ext cx="3989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DA2303-37E4-3528-C136-AD13E70C4D1E}"/>
                </a:ext>
              </a:extLst>
            </p:cNvPr>
            <p:cNvSpPr/>
            <p:nvPr/>
          </p:nvSpPr>
          <p:spPr>
            <a:xfrm>
              <a:off x="5844157" y="4030319"/>
              <a:ext cx="2904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 err="1">
                  <a:latin typeface="Gill Sans MT" panose="020B0502020104020203" pitchFamily="34" charset="77"/>
                </a:rPr>
                <a:t>sc</a:t>
              </a:r>
              <a:endParaRPr lang="en-US" sz="10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285C69-179B-159A-C61B-9CD0738473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7617" y="4113997"/>
              <a:ext cx="2660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A24847E-71A8-43EA-59D5-C1D9DC28A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2085" y="4273872"/>
              <a:ext cx="0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9D0C9D5-A3A4-E3B6-2C5A-248ACD0D3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5609" y="3845677"/>
              <a:ext cx="1866900" cy="46990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D469969-85C7-4DEF-911A-7C6743389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049" y="4756960"/>
            <a:ext cx="4064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801527-6D11-E925-FD6D-4C6B960C0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56" y="4109670"/>
            <a:ext cx="241300" cy="431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E8FBE2B-0F48-5383-D189-A5ACF4DA10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486" y="1676073"/>
            <a:ext cx="2120900" cy="4699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5EF595-C429-DE5C-7D82-0B93E4C2F78E}"/>
              </a:ext>
            </a:extLst>
          </p:cNvPr>
          <p:cNvCxnSpPr>
            <a:cxnSpLocks/>
          </p:cNvCxnSpPr>
          <p:nvPr/>
        </p:nvCxnSpPr>
        <p:spPr>
          <a:xfrm>
            <a:off x="4447155" y="1978502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8ED4139-A3D1-0620-9467-3E9176443853}"/>
              </a:ext>
            </a:extLst>
          </p:cNvPr>
          <p:cNvSpPr/>
          <p:nvPr/>
        </p:nvSpPr>
        <p:spPr>
          <a:xfrm>
            <a:off x="4855027" y="1825801"/>
            <a:ext cx="331273" cy="3013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A1640A-7A36-2785-B61C-F1F73FA772AD}"/>
              </a:ext>
            </a:extLst>
          </p:cNvPr>
          <p:cNvCxnSpPr>
            <a:cxnSpLocks/>
          </p:cNvCxnSpPr>
          <p:nvPr/>
        </p:nvCxnSpPr>
        <p:spPr>
          <a:xfrm>
            <a:off x="4447155" y="4884866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686989C-314B-420A-6FEC-5FF8371B9C11}"/>
              </a:ext>
            </a:extLst>
          </p:cNvPr>
          <p:cNvSpPr/>
          <p:nvPr/>
        </p:nvSpPr>
        <p:spPr>
          <a:xfrm>
            <a:off x="4855027" y="4732165"/>
            <a:ext cx="331273" cy="3013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B17641-DF95-9797-EFD7-23F6C0C03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8248" y="4628092"/>
            <a:ext cx="2120900" cy="4699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D3F79F-04E6-03E4-6BDD-C15594CBF9C0}"/>
              </a:ext>
            </a:extLst>
          </p:cNvPr>
          <p:cNvSpPr/>
          <p:nvPr/>
        </p:nvSpPr>
        <p:spPr>
          <a:xfrm>
            <a:off x="7439816" y="4405580"/>
            <a:ext cx="378304" cy="341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BA07F-A6C2-6F74-5538-B154A42F9F2E}"/>
              </a:ext>
            </a:extLst>
          </p:cNvPr>
          <p:cNvSpPr txBox="1"/>
          <p:nvPr/>
        </p:nvSpPr>
        <p:spPr>
          <a:xfrm>
            <a:off x="471244" y="481252"/>
            <a:ext cx="6707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Gill Sans MT" panose="020B0502020104020203" pitchFamily="34" charset="77"/>
              </a:rPr>
              <a:t>Standard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face verification approach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61AEC-9CD3-C8AD-D0F6-71BD1224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25920-4A85-A1C3-4E64-D555F180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61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7926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Gill Sans MT" panose="020B0502020104020203" pitchFamily="34" charset="77"/>
              </a:rPr>
              <a:t>Low-resolution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face verification approach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8795B-1B7F-86D1-052C-FA0D5DFFBD2B}"/>
              </a:ext>
            </a:extLst>
          </p:cNvPr>
          <p:cNvSpPr txBox="1"/>
          <p:nvPr/>
        </p:nvSpPr>
        <p:spPr>
          <a:xfrm>
            <a:off x="2523052" y="167607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HR: </a:t>
            </a:r>
          </a:p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112 x 112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EE7BC-B727-390F-0224-35BDE5184257}"/>
              </a:ext>
            </a:extLst>
          </p:cNvPr>
          <p:cNvSpPr txBox="1"/>
          <p:nvPr/>
        </p:nvSpPr>
        <p:spPr>
          <a:xfrm>
            <a:off x="1630434" y="3299071"/>
            <a:ext cx="11730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LR: </a:t>
            </a:r>
          </a:p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a) 14x14,  </a:t>
            </a:r>
          </a:p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b) 28x28,  </a:t>
            </a:r>
          </a:p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c) 56x56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D71F1-A6D6-59EC-3751-E856547B381C}"/>
              </a:ext>
            </a:extLst>
          </p:cNvPr>
          <p:cNvSpPr txBox="1"/>
          <p:nvPr/>
        </p:nvSpPr>
        <p:spPr>
          <a:xfrm>
            <a:off x="650929" y="6145897"/>
            <a:ext cx="11189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Prieto, L., Pulgar, S., Flynn, P., &amp; Mery, D. (2022,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November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).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On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Low-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Resolution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Face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Re-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identification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with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High-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Resolution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-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Mapping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. In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Pacific-Rim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Symposium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on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Image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and Video </a:t>
            </a:r>
            <a:r>
              <a:rPr lang="es-ES_tradnl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Technology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(PSIVT2022). (pp. 89-102). Cham: Springer International Publishing.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9FFFB-2151-92B9-9B2F-61C88422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256" y="1188358"/>
            <a:ext cx="241300" cy="4318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D419071-1470-B735-7E11-33C8CD018156}"/>
              </a:ext>
            </a:extLst>
          </p:cNvPr>
          <p:cNvGrpSpPr/>
          <p:nvPr/>
        </p:nvGrpSpPr>
        <p:grpSpPr>
          <a:xfrm>
            <a:off x="6074927" y="2474414"/>
            <a:ext cx="2538352" cy="1734140"/>
            <a:chOff x="5844157" y="3271252"/>
            <a:chExt cx="2538352" cy="17341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FFA12C8-D810-3678-A5F8-397940238770}"/>
                </a:ext>
              </a:extLst>
            </p:cNvPr>
            <p:cNvSpPr/>
            <p:nvPr/>
          </p:nvSpPr>
          <p:spPr>
            <a:xfrm>
              <a:off x="5885137" y="4033333"/>
              <a:ext cx="211932" cy="2434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 dirty="0">
                <a:latin typeface="Gill Sans MT" panose="020B0502020104020203" pitchFamily="34" charset="77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F434AC-7986-DAC6-729A-5411ED526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7114" y="3271252"/>
              <a:ext cx="3989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DA2303-37E4-3528-C136-AD13E70C4D1E}"/>
                </a:ext>
              </a:extLst>
            </p:cNvPr>
            <p:cNvSpPr/>
            <p:nvPr/>
          </p:nvSpPr>
          <p:spPr>
            <a:xfrm>
              <a:off x="5844157" y="4030319"/>
              <a:ext cx="2904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 err="1">
                  <a:latin typeface="Gill Sans MT" panose="020B0502020104020203" pitchFamily="34" charset="77"/>
                </a:rPr>
                <a:t>sc</a:t>
              </a:r>
              <a:endParaRPr lang="en-US" sz="10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285C69-179B-159A-C61B-9CD0738473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7617" y="4113997"/>
              <a:ext cx="2660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A24847E-71A8-43EA-59D5-C1D9DC28A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2085" y="4273872"/>
              <a:ext cx="0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9D0C9D5-A3A4-E3B6-2C5A-248ACD0D3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5609" y="3845677"/>
              <a:ext cx="1866900" cy="46990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D469969-85C7-4DEF-911A-7C6743389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659" y="4745530"/>
            <a:ext cx="4064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801527-6D11-E925-FD6D-4C6B960C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256" y="4109670"/>
            <a:ext cx="241300" cy="431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E8FBE2B-0F48-5383-D189-A5ACF4DA1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486" y="1676073"/>
            <a:ext cx="2120900" cy="4699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5EF595-C429-DE5C-7D82-0B93E4C2F78E}"/>
              </a:ext>
            </a:extLst>
          </p:cNvPr>
          <p:cNvCxnSpPr>
            <a:cxnSpLocks/>
          </p:cNvCxnSpPr>
          <p:nvPr/>
        </p:nvCxnSpPr>
        <p:spPr>
          <a:xfrm>
            <a:off x="4447155" y="1978502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8ED4139-A3D1-0620-9467-3E9176443853}"/>
              </a:ext>
            </a:extLst>
          </p:cNvPr>
          <p:cNvSpPr/>
          <p:nvPr/>
        </p:nvSpPr>
        <p:spPr>
          <a:xfrm>
            <a:off x="4855027" y="1825801"/>
            <a:ext cx="331273" cy="3013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A1640A-7A36-2785-B61C-F1F73FA772AD}"/>
              </a:ext>
            </a:extLst>
          </p:cNvPr>
          <p:cNvCxnSpPr>
            <a:cxnSpLocks/>
          </p:cNvCxnSpPr>
          <p:nvPr/>
        </p:nvCxnSpPr>
        <p:spPr>
          <a:xfrm>
            <a:off x="4447155" y="4884866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686989C-314B-420A-6FEC-5FF8371B9C11}"/>
              </a:ext>
            </a:extLst>
          </p:cNvPr>
          <p:cNvSpPr/>
          <p:nvPr/>
        </p:nvSpPr>
        <p:spPr>
          <a:xfrm>
            <a:off x="4855027" y="4732165"/>
            <a:ext cx="331273" cy="3013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1D606B-DDDA-AE13-4EE6-A44265ED9833}"/>
              </a:ext>
            </a:extLst>
          </p:cNvPr>
          <p:cNvCxnSpPr>
            <a:cxnSpLocks/>
          </p:cNvCxnSpPr>
          <p:nvPr/>
        </p:nvCxnSpPr>
        <p:spPr>
          <a:xfrm>
            <a:off x="2256715" y="4880183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A89684E-06FB-4828-2FE6-9AF8134073D4}"/>
              </a:ext>
            </a:extLst>
          </p:cNvPr>
          <p:cNvSpPr/>
          <p:nvPr/>
        </p:nvSpPr>
        <p:spPr>
          <a:xfrm>
            <a:off x="2539084" y="4623610"/>
            <a:ext cx="548640" cy="5486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623B71-A67E-63D0-3937-94330B6B1F0E}"/>
              </a:ext>
            </a:extLst>
          </p:cNvPr>
          <p:cNvCxnSpPr>
            <a:cxnSpLocks/>
          </p:cNvCxnSpPr>
          <p:nvPr/>
        </p:nvCxnSpPr>
        <p:spPr>
          <a:xfrm rot="16200000">
            <a:off x="2620695" y="4879187"/>
            <a:ext cx="36576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2B9ADD7F-CADA-4C9F-2FB1-F9075C19A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679" y="4655667"/>
            <a:ext cx="406400" cy="406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CB17641-DF95-9797-EFD7-23F6C0C03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8248" y="4628092"/>
            <a:ext cx="2120900" cy="4699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F899A77-9C70-40B7-E92D-125E76F8F457}"/>
              </a:ext>
            </a:extLst>
          </p:cNvPr>
          <p:cNvSpPr txBox="1"/>
          <p:nvPr/>
        </p:nvSpPr>
        <p:spPr>
          <a:xfrm>
            <a:off x="2249992" y="5311009"/>
            <a:ext cx="1101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UPSCALE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7A0E73-9B81-F80A-CF21-73C0C450B2C5}"/>
              </a:ext>
            </a:extLst>
          </p:cNvPr>
          <p:cNvSpPr txBox="1"/>
          <p:nvPr/>
        </p:nvSpPr>
        <p:spPr>
          <a:xfrm>
            <a:off x="3567096" y="385306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SR: </a:t>
            </a:r>
          </a:p>
          <a:p>
            <a:r>
              <a:rPr lang="es-ES_tradnl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112 x 112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70ECF-C757-6640-5F18-5E402195B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8821" y="1831974"/>
            <a:ext cx="406400" cy="2921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09D94-F2EF-95A0-08E0-52BCE83A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77D5B4-8F7B-2E3D-6329-91E086AF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2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3273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Super-resolution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examples 28x28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3CB9D6-EB97-420E-90BD-44F3C9E493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639" b="74053"/>
          <a:stretch/>
        </p:blipFill>
        <p:spPr>
          <a:xfrm>
            <a:off x="36576" y="2110958"/>
            <a:ext cx="1984729" cy="856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6C7446-5450-208B-A813-EB3D58744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93" y="3916947"/>
            <a:ext cx="597600" cy="597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23B2B-3435-9059-0DBE-E1F17D6C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3BA90-BCC8-8FF2-5F2A-693DDB28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3273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Super-resolution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examples 28x28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3CB9D6-EB97-420E-90BD-44F3C9E4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2110957"/>
            <a:ext cx="12131215" cy="33022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7326BD-8277-759A-76CA-3B3D6F43CF4F}"/>
              </a:ext>
            </a:extLst>
          </p:cNvPr>
          <p:cNvSpPr/>
          <p:nvPr/>
        </p:nvSpPr>
        <p:spPr>
          <a:xfrm>
            <a:off x="2442526" y="2068284"/>
            <a:ext cx="2457201" cy="3564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2014B-48A4-235A-1297-C2552B377F15}"/>
              </a:ext>
            </a:extLst>
          </p:cNvPr>
          <p:cNvSpPr/>
          <p:nvPr/>
        </p:nvSpPr>
        <p:spPr>
          <a:xfrm>
            <a:off x="4890366" y="1979892"/>
            <a:ext cx="2457201" cy="3564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00A88-35E3-04E8-4864-DBB70438647B}"/>
              </a:ext>
            </a:extLst>
          </p:cNvPr>
          <p:cNvSpPr/>
          <p:nvPr/>
        </p:nvSpPr>
        <p:spPr>
          <a:xfrm>
            <a:off x="7347568" y="2068284"/>
            <a:ext cx="5614144" cy="3564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28B65E-D86C-199A-4CD9-50018EA2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FCE7D-2761-5237-7018-3BF9F90C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7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3273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Super-resolution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examples 28x28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3DA85A-1AEA-301D-CF5F-2848AC0A9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6" y="669073"/>
            <a:ext cx="6002690" cy="60587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A91F00-5BEE-DC6A-D3C6-636F11255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58" y="290386"/>
            <a:ext cx="6002690" cy="163401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96E65-249A-6E9E-88D3-5876D659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2B822-3B02-A0DB-D4CA-9BA6E6F7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83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3273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Super-resolution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examples 14x14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3CB9D6-EB97-420E-90BD-44F3C9E493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182" b="74539"/>
          <a:stretch/>
        </p:blipFill>
        <p:spPr>
          <a:xfrm>
            <a:off x="146267" y="2110958"/>
            <a:ext cx="2003376" cy="840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05BCA-E9BC-2B16-7229-F8911CE8335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96" y="4038600"/>
            <a:ext cx="288000" cy="28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E3DD0-092B-6677-93B5-DDB99894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60514-7EA9-AB7D-E29B-637252E9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7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800000" y="8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3273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Super-resolution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examples 14x14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3CB9D6-EB97-420E-90BD-44F3C9E4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6266" y="2110957"/>
            <a:ext cx="11911835" cy="33022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7326BD-8277-759A-76CA-3B3D6F43CF4F}"/>
              </a:ext>
            </a:extLst>
          </p:cNvPr>
          <p:cNvSpPr/>
          <p:nvPr/>
        </p:nvSpPr>
        <p:spPr>
          <a:xfrm>
            <a:off x="2442526" y="2068284"/>
            <a:ext cx="2457201" cy="3564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2014B-48A4-235A-1297-C2552B377F15}"/>
              </a:ext>
            </a:extLst>
          </p:cNvPr>
          <p:cNvSpPr/>
          <p:nvPr/>
        </p:nvSpPr>
        <p:spPr>
          <a:xfrm>
            <a:off x="4890366" y="1979892"/>
            <a:ext cx="2457201" cy="3564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00A88-35E3-04E8-4864-DBB70438647B}"/>
              </a:ext>
            </a:extLst>
          </p:cNvPr>
          <p:cNvSpPr/>
          <p:nvPr/>
        </p:nvSpPr>
        <p:spPr>
          <a:xfrm>
            <a:off x="7347568" y="2068284"/>
            <a:ext cx="5614144" cy="3564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957580-AC65-F8F3-966B-DB8FBEAF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C932B-016C-9CAC-267E-7DFF4317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0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6AAD96-9E42-B64D-8FFB-A1986A17AD5B}"/>
              </a:ext>
            </a:extLst>
          </p:cNvPr>
          <p:cNvSpPr txBox="1"/>
          <p:nvPr/>
        </p:nvSpPr>
        <p:spPr>
          <a:xfrm>
            <a:off x="471244" y="481252"/>
            <a:ext cx="3273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Super-resolution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examples 14x14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3DA85A-1AEA-301D-CF5F-2848AC0A9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8066" y="687714"/>
            <a:ext cx="6002690" cy="60215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1E1950-0637-FADA-F841-A82229684D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8066" y="246315"/>
            <a:ext cx="6002690" cy="16641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73094-2A84-0EC2-686F-9107A405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E128D6-ECFE-F408-5F29-1C55E6EB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0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DD140-E6FF-9544-B795-22C383117CA2}"/>
              </a:ext>
            </a:extLst>
          </p:cNvPr>
          <p:cNvSpPr txBox="1"/>
          <p:nvPr/>
        </p:nvSpPr>
        <p:spPr>
          <a:xfrm>
            <a:off x="1860331" y="6505904"/>
            <a:ext cx="6475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https://syncedreview.com/2019/02/09/nvidia-open-sources-hyper-realistic-face-generator-stylegan/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5" name="GAN1.mov" descr="GAN1.mov">
            <a:hlinkClick r:id="" action="ppaction://media"/>
            <a:extLst>
              <a:ext uri="{FF2B5EF4-FFF2-40B4-BE49-F238E27FC236}">
                <a16:creationId xmlns:a16="http://schemas.microsoft.com/office/drawing/2014/main" id="{FCCF143F-786F-DD47-963A-AB32FAB047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047"/>
          <a:stretch/>
        </p:blipFill>
        <p:spPr>
          <a:xfrm>
            <a:off x="2117124" y="1143000"/>
            <a:ext cx="8042876" cy="4572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4C443D-0AE7-6B23-CD47-4AB39B74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9DBB3-E20E-B7A4-CC76-00A51E08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0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CCC4C5-89AE-5941-968A-20B8F9B56E7E}"/>
              </a:ext>
            </a:extLst>
          </p:cNvPr>
          <p:cNvSpPr txBox="1"/>
          <p:nvPr/>
        </p:nvSpPr>
        <p:spPr>
          <a:xfrm>
            <a:off x="1860331" y="6505904"/>
            <a:ext cx="6475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https://syncedreview.com/2019/02/09/nvidia-open-sources-hyper-realistic-face-generator-stylegan/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7" name="GAN2.mov" descr="GAN2.mov">
            <a:hlinkClick r:id="" action="ppaction://media"/>
            <a:extLst>
              <a:ext uri="{FF2B5EF4-FFF2-40B4-BE49-F238E27FC236}">
                <a16:creationId xmlns:a16="http://schemas.microsoft.com/office/drawing/2014/main" id="{2A2B1F99-7032-7D43-A26C-A72DC37886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488D9-EC83-D813-F3B5-420CF077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92A5FA-06E8-B0F3-D40B-FFE2493F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0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8. GAN / Deep Fakes</a:t>
            </a:r>
          </a:p>
        </p:txBody>
      </p:sp>
      <p:pic>
        <p:nvPicPr>
          <p:cNvPr id="1026" name="Picture 2" descr="FakeApp: ¿cómo hacer un DeepFake y cómo funciona la app? - Cultura Geek">
            <a:extLst>
              <a:ext uri="{FF2B5EF4-FFF2-40B4-BE49-F238E27FC236}">
                <a16:creationId xmlns:a16="http://schemas.microsoft.com/office/drawing/2014/main" id="{EC1EFA6A-F224-204F-AFB7-C59247CCF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6739"/>
            <a:ext cx="9144000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42734D-EA75-3D42-B74A-2890F750882F}"/>
              </a:ext>
            </a:extLst>
          </p:cNvPr>
          <p:cNvSpPr txBox="1"/>
          <p:nvPr/>
        </p:nvSpPr>
        <p:spPr>
          <a:xfrm>
            <a:off x="1524001" y="6388443"/>
            <a:ext cx="730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4" tooltip="FakeApp: ¿cómo hacer un DeepFake y cómo funciona la app? - Cultura Gee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FakeApp: ¿cómo hacer un DeepFake y cómo funciona la app? - Cultura Geek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BFB95-48E1-9104-02B1-76AC08E5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F2F7D-5BC9-8CDB-B52D-4985ED74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799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8 steps to verify Deep Fake videos | by Konrad Weber | Medium">
            <a:extLst>
              <a:ext uri="{FF2B5EF4-FFF2-40B4-BE49-F238E27FC236}">
                <a16:creationId xmlns:a16="http://schemas.microsoft.com/office/drawing/2014/main" id="{3C44732A-D65A-4240-BE9C-5CF84334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21492"/>
            <a:ext cx="9144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2E6E61-E153-EE44-B743-8A790B594FEF}"/>
              </a:ext>
            </a:extLst>
          </p:cNvPr>
          <p:cNvSpPr txBox="1"/>
          <p:nvPr/>
        </p:nvSpPr>
        <p:spPr>
          <a:xfrm>
            <a:off x="1659924" y="6079525"/>
            <a:ext cx="619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3" tooltip="8 steps to verify Deep Fake videos | by Konrad Weber | Medi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 steps to verify Deep Fake videos | by Konrad Weber | Medium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0E26C-872F-9DCC-691E-EE308014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4181A3-F77D-7688-1B9D-0F4F24F8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092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get_transfer.mp4" descr="target_transfer.mp4">
            <a:hlinkClick r:id="" action="ppaction://media"/>
            <a:extLst>
              <a:ext uri="{FF2B5EF4-FFF2-40B4-BE49-F238E27FC236}">
                <a16:creationId xmlns:a16="http://schemas.microsoft.com/office/drawing/2014/main" id="{FC66E8F4-29AF-F24C-87BC-96E9318DCF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4E481-62F7-70C4-E8A4-86AEFFB9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B289CC-F239-97C0-BB70-723EC881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814E-2CA6-E757-E4CA-9D58E643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L" dirty="0"/>
              <a:t>Detección de Anomalías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71FCB-4F43-833B-2F81-22ADAD9F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5ECAF-C2B2-B368-8581-AD99EF6F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78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504B21-D6A1-3E44-A5FF-18AB6C6D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62" y="0"/>
            <a:ext cx="8314075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F887A1-7057-993C-0DB6-A734A715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4EC12-DF25-76A5-450D-83C08314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53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773498" y="1770751"/>
            <a:ext cx="76779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&gt; Detect an anomaly in an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71850" y="151252"/>
            <a:ext cx="6029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Problem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D879D0-E9E8-194C-812D-92F11669D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08988" y="3954428"/>
            <a:ext cx="1737412" cy="175153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A415CF4-D239-9F41-A30B-572BB7EAD771}"/>
              </a:ext>
            </a:extLst>
          </p:cNvPr>
          <p:cNvGrpSpPr/>
          <p:nvPr/>
        </p:nvGrpSpPr>
        <p:grpSpPr>
          <a:xfrm>
            <a:off x="2599488" y="5842150"/>
            <a:ext cx="8161021" cy="369332"/>
            <a:chOff x="2608519" y="5864032"/>
            <a:chExt cx="8161021" cy="3693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6AB341-71C8-AA47-9776-20134245298B}"/>
                </a:ext>
              </a:extLst>
            </p:cNvPr>
            <p:cNvSpPr/>
            <p:nvPr/>
          </p:nvSpPr>
          <p:spPr>
            <a:xfrm>
              <a:off x="2608519" y="5864032"/>
              <a:ext cx="1338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Input: image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141CEC-99F6-A341-A7A2-815C01281290}"/>
                </a:ext>
              </a:extLst>
            </p:cNvPr>
            <p:cNvSpPr/>
            <p:nvPr/>
          </p:nvSpPr>
          <p:spPr>
            <a:xfrm>
              <a:off x="8505721" y="5864032"/>
              <a:ext cx="22638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Output: Detection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6492DB-1036-304A-825E-88CC7D143B0D}"/>
              </a:ext>
            </a:extLst>
          </p:cNvPr>
          <p:cNvGrpSpPr/>
          <p:nvPr/>
        </p:nvGrpSpPr>
        <p:grpSpPr>
          <a:xfrm>
            <a:off x="4256009" y="3973089"/>
            <a:ext cx="6055229" cy="1751538"/>
            <a:chOff x="4256009" y="3973089"/>
            <a:chExt cx="6055229" cy="17515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7758B2-91E1-7F40-BC4A-D4FEF02B0148}"/>
                </a:ext>
              </a:extLst>
            </p:cNvPr>
            <p:cNvGrpSpPr/>
            <p:nvPr/>
          </p:nvGrpSpPr>
          <p:grpSpPr>
            <a:xfrm>
              <a:off x="4256009" y="4251399"/>
              <a:ext cx="4172926" cy="1169244"/>
              <a:chOff x="4256009" y="4251399"/>
              <a:chExt cx="4172926" cy="1169244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3A3959F-8EB4-8B4C-BC49-F1887910289D}"/>
                  </a:ext>
                </a:extLst>
              </p:cNvPr>
              <p:cNvSpPr/>
              <p:nvPr/>
            </p:nvSpPr>
            <p:spPr>
              <a:xfrm>
                <a:off x="5090423" y="4251399"/>
                <a:ext cx="2486025" cy="11692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Gill Sans MT" panose="020B0502020104020203" pitchFamily="34" charset="77"/>
                  </a:rPr>
                  <a:t>Anomaly</a:t>
                </a:r>
              </a:p>
              <a:p>
                <a:pPr algn="ctr"/>
                <a:r>
                  <a:rPr lang="en-US" sz="2400" dirty="0">
                    <a:latin typeface="Gill Sans MT" panose="020B0502020104020203" pitchFamily="34" charset="77"/>
                  </a:rPr>
                  <a:t>Detection</a:t>
                </a:r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850C335-1086-0449-8D3F-08BE2AB91C49}"/>
                  </a:ext>
                </a:extLst>
              </p:cNvPr>
              <p:cNvCxnSpPr>
                <a:cxnSpLocks/>
                <a:endCxn id="2" idx="1"/>
              </p:cNvCxnSpPr>
              <p:nvPr/>
            </p:nvCxnSpPr>
            <p:spPr>
              <a:xfrm>
                <a:off x="4256009" y="4836021"/>
                <a:ext cx="83441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A576288-E500-3D4B-BF57-9F43C8FC9FAE}"/>
                  </a:ext>
                </a:extLst>
              </p:cNvPr>
              <p:cNvCxnSpPr/>
              <p:nvPr/>
            </p:nvCxnSpPr>
            <p:spPr>
              <a:xfrm>
                <a:off x="7594521" y="4836021"/>
                <a:ext cx="83441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6E1CAE6-EBB0-A24C-9E7D-1A713E390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573826" y="3973089"/>
              <a:ext cx="1737412" cy="1751538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</p:spPr>
        </p:pic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6A5992F1-88A5-8641-8476-9A0CD79216E6}"/>
              </a:ext>
            </a:extLst>
          </p:cNvPr>
          <p:cNvSpPr/>
          <p:nvPr/>
        </p:nvSpPr>
        <p:spPr>
          <a:xfrm rot="19975416">
            <a:off x="9087976" y="3843587"/>
            <a:ext cx="1110088" cy="1401197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BED0B-E001-767B-AD86-8C60F135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9AEB8-265A-906F-5F00-0E88873D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3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291EF39-C476-A64A-97EB-713964348F18}"/>
              </a:ext>
            </a:extLst>
          </p:cNvPr>
          <p:cNvSpPr/>
          <p:nvPr/>
        </p:nvSpPr>
        <p:spPr>
          <a:xfrm>
            <a:off x="3796958" y="5237098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97C52-65A1-2541-9ED8-4A28A6431BE6}"/>
              </a:ext>
            </a:extLst>
          </p:cNvPr>
          <p:cNvSpPr/>
          <p:nvPr/>
        </p:nvSpPr>
        <p:spPr>
          <a:xfrm>
            <a:off x="5386211" y="2997877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028F2-E838-E54A-89C3-F58A21C22D79}"/>
              </a:ext>
            </a:extLst>
          </p:cNvPr>
          <p:cNvSpPr/>
          <p:nvPr/>
        </p:nvSpPr>
        <p:spPr>
          <a:xfrm>
            <a:off x="5381528" y="3312244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CDA1A7-AFF6-8B48-B14F-A56AF7A914FE}"/>
              </a:ext>
            </a:extLst>
          </p:cNvPr>
          <p:cNvSpPr/>
          <p:nvPr/>
        </p:nvSpPr>
        <p:spPr>
          <a:xfrm>
            <a:off x="8490817" y="4430435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6867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CCD865-4E41-1D46-9276-389EFF2A71E0}"/>
              </a:ext>
            </a:extLst>
          </p:cNvPr>
          <p:cNvGrpSpPr/>
          <p:nvPr/>
        </p:nvGrpSpPr>
        <p:grpSpPr>
          <a:xfrm>
            <a:off x="1200720" y="1655340"/>
            <a:ext cx="1545056" cy="1742706"/>
            <a:chOff x="1199910" y="1655340"/>
            <a:chExt cx="1545056" cy="174270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93F92B2-C2CD-224E-BEE2-6BD0987BF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199910" y="2106410"/>
              <a:ext cx="1332000" cy="1291636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0DD3350-EEE1-0442-9870-21CBC21F9791}"/>
                </a:ext>
              </a:extLst>
            </p:cNvPr>
            <p:cNvSpPr/>
            <p:nvPr/>
          </p:nvSpPr>
          <p:spPr>
            <a:xfrm>
              <a:off x="1271767" y="1655340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 image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DED16-54DE-7441-9829-7C4B93A4BCF8}"/>
              </a:ext>
            </a:extLst>
          </p:cNvPr>
          <p:cNvSpPr/>
          <p:nvPr/>
        </p:nvSpPr>
        <p:spPr>
          <a:xfrm>
            <a:off x="4450740" y="5849327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Fake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41D93-5528-144A-9739-68FD223EBCE3}"/>
              </a:ext>
            </a:extLst>
          </p:cNvPr>
          <p:cNvGrpSpPr/>
          <p:nvPr/>
        </p:nvGrpSpPr>
        <p:grpSpPr>
          <a:xfrm>
            <a:off x="2532720" y="2079991"/>
            <a:ext cx="8116920" cy="3229107"/>
            <a:chOff x="2532720" y="2079991"/>
            <a:chExt cx="8116920" cy="3229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28FB81-4C5A-8748-9B21-504356C1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stCxn id="22" idx="3"/>
              <a:endCxn id="19" idx="0"/>
            </p:cNvCxnSpPr>
            <p:nvPr/>
          </p:nvCxnSpPr>
          <p:spPr>
            <a:xfrm>
              <a:off x="253272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95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934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E4A74E-A130-BC49-9312-3A7235DAD440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D8890B-4174-D345-BE33-E7D3766AEFD3}"/>
              </a:ext>
            </a:extLst>
          </p:cNvPr>
          <p:cNvGrpSpPr/>
          <p:nvPr/>
        </p:nvGrpSpPr>
        <p:grpSpPr>
          <a:xfrm>
            <a:off x="5567510" y="1414778"/>
            <a:ext cx="5446639" cy="3253209"/>
            <a:chOff x="5566700" y="1414778"/>
            <a:chExt cx="5446639" cy="32532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5EB92D-E755-DB4F-8442-5859DDA933CE}"/>
                </a:ext>
              </a:extLst>
            </p:cNvPr>
            <p:cNvSpPr/>
            <p:nvPr/>
          </p:nvSpPr>
          <p:spPr>
            <a:xfrm>
              <a:off x="10478711" y="3127786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D3EBFD-8F4A-BD40-AA5F-8CC39AF1D6EC}"/>
                </a:ext>
              </a:extLst>
            </p:cNvPr>
            <p:cNvSpPr/>
            <p:nvPr/>
          </p:nvSpPr>
          <p:spPr>
            <a:xfrm>
              <a:off x="5566700" y="306216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5FA5AA-7544-FE49-9892-FB6FF308048A}"/>
                </a:ext>
              </a:extLst>
            </p:cNvPr>
            <p:cNvCxnSpPr>
              <a:stCxn id="38" idx="0"/>
              <a:endCxn id="34" idx="0"/>
            </p:cNvCxnSpPr>
            <p:nvPr/>
          </p:nvCxnSpPr>
          <p:spPr>
            <a:xfrm rot="16200000" flipH="1">
              <a:off x="8159552" y="541314"/>
              <a:ext cx="65619" cy="5107325"/>
            </a:xfrm>
            <a:prstGeom prst="bentConnector3">
              <a:avLst>
                <a:gd name="adj1" fmla="val -1952212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DFB13E9-040D-464A-B7B6-2B68D12C335B}"/>
                </a:ext>
              </a:extLst>
            </p:cNvPr>
            <p:cNvCxnSpPr>
              <a:cxnSpLocks/>
              <a:stCxn id="34" idx="4"/>
              <a:endCxn id="7" idx="2"/>
            </p:cNvCxnSpPr>
            <p:nvPr/>
          </p:nvCxnSpPr>
          <p:spPr>
            <a:xfrm rot="5400000">
              <a:off x="9138011" y="2864028"/>
              <a:ext cx="784421" cy="2431609"/>
            </a:xfrm>
            <a:prstGeom prst="bentConnector3">
              <a:avLst>
                <a:gd name="adj1" fmla="val 129143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9FEAB51-0B89-CE46-9C83-395193F0BF5A}"/>
                </a:ext>
              </a:extLst>
            </p:cNvPr>
            <p:cNvSpPr/>
            <p:nvPr/>
          </p:nvSpPr>
          <p:spPr>
            <a:xfrm>
              <a:off x="5613416" y="1414778"/>
              <a:ext cx="25145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Ground truth: real/fake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374C7C-24B8-C94C-BC46-CDAEC9704650}"/>
                </a:ext>
              </a:extLst>
            </p:cNvPr>
            <p:cNvSpPr/>
            <p:nvPr/>
          </p:nvSpPr>
          <p:spPr>
            <a:xfrm>
              <a:off x="9179795" y="4298655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3BEF44-AC7A-F14C-9E63-F28B6514501C}"/>
              </a:ext>
            </a:extLst>
          </p:cNvPr>
          <p:cNvGrpSpPr/>
          <p:nvPr/>
        </p:nvGrpSpPr>
        <p:grpSpPr>
          <a:xfrm>
            <a:off x="2988179" y="3830876"/>
            <a:ext cx="7758661" cy="2997782"/>
            <a:chOff x="2987369" y="3830876"/>
            <a:chExt cx="7758661" cy="2997782"/>
          </a:xfrm>
        </p:grpSpPr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EC9A5C95-8942-DA44-82E0-567EEFBF53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87369" y="3830876"/>
              <a:ext cx="7758661" cy="2471020"/>
            </a:xfrm>
            <a:prstGeom prst="bentConnector4">
              <a:avLst>
                <a:gd name="adj1" fmla="val -1"/>
                <a:gd name="adj2" fmla="val 10925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F522D7-6FC7-9F4B-8D11-DC0BAEECBB87}"/>
                </a:ext>
              </a:extLst>
            </p:cNvPr>
            <p:cNvSpPr/>
            <p:nvPr/>
          </p:nvSpPr>
          <p:spPr>
            <a:xfrm>
              <a:off x="6462945" y="6459326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327B5DE-9601-BF45-8C62-52B0BDECA3C8}"/>
              </a:ext>
            </a:extLst>
          </p:cNvPr>
          <p:cNvGrpSpPr/>
          <p:nvPr/>
        </p:nvGrpSpPr>
        <p:grpSpPr>
          <a:xfrm>
            <a:off x="1081465" y="4086203"/>
            <a:ext cx="6001214" cy="2224837"/>
            <a:chOff x="1080655" y="4086203"/>
            <a:chExt cx="6001214" cy="222483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A7799C-19E4-E548-A750-1B778AF3DD38}"/>
                </a:ext>
              </a:extLst>
            </p:cNvPr>
            <p:cNvCxnSpPr/>
            <p:nvPr/>
          </p:nvCxnSpPr>
          <p:spPr>
            <a:xfrm>
              <a:off x="1080655" y="5094707"/>
              <a:ext cx="374073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8C460AB-1611-994D-A343-A7528BC158F8}"/>
                </a:ext>
              </a:extLst>
            </p:cNvPr>
            <p:cNvGrpSpPr/>
            <p:nvPr/>
          </p:nvGrpSpPr>
          <p:grpSpPr>
            <a:xfrm>
              <a:off x="1568416" y="4086203"/>
              <a:ext cx="5513453" cy="2224837"/>
              <a:chOff x="1568416" y="4086203"/>
              <a:chExt cx="5513453" cy="222483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E5D8F63-87CF-4241-AA0C-47D8ED68BA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8416" y="4086203"/>
                <a:ext cx="2837903" cy="2224837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4FD04D4-A6BC-F54E-8D22-33EDC59EAE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5749869" y="4971219"/>
                <a:ext cx="1332000" cy="1332000"/>
              </a:xfrm>
              <a:prstGeom prst="rect">
                <a:avLst/>
              </a:prstGeom>
            </p:spPr>
          </p:pic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B45A19F-1F38-CA46-B051-BE1832500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905" y="5309098"/>
                <a:ext cx="158704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2E64BA7D-EE47-A148-8963-3E97964FB494}"/>
              </a:ext>
            </a:extLst>
          </p:cNvPr>
          <p:cNvPicPr>
            <a:picLocks/>
          </p:cNvPicPr>
          <p:nvPr/>
        </p:nvPicPr>
        <p:blipFill>
          <a:blip r:embed="rId7"/>
          <a:srcRect/>
          <a:stretch/>
        </p:blipFill>
        <p:spPr>
          <a:xfrm>
            <a:off x="7160458" y="4957555"/>
            <a:ext cx="1332000" cy="1332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44F9C57-551C-DA4E-9049-1BAC6FC5F2F0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562817" y="4957626"/>
            <a:ext cx="1332000" cy="1332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C945D40-9D33-7F46-81F7-5EAAAE6251BD}"/>
              </a:ext>
            </a:extLst>
          </p:cNvPr>
          <p:cNvGrpSpPr/>
          <p:nvPr/>
        </p:nvGrpSpPr>
        <p:grpSpPr>
          <a:xfrm>
            <a:off x="344865" y="4802654"/>
            <a:ext cx="1473199" cy="1016513"/>
            <a:chOff x="344055" y="4802654"/>
            <a:chExt cx="1473199" cy="1016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00537D-B713-EB4B-BEAB-7DD03D545CD7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705" y="4802654"/>
              <a:ext cx="522262" cy="556397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F05D4-B413-4741-A690-A4307897CB46}"/>
                </a:ext>
              </a:extLst>
            </p:cNvPr>
            <p:cNvSpPr/>
            <p:nvPr/>
          </p:nvSpPr>
          <p:spPr>
            <a:xfrm>
              <a:off x="344055" y="544983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Noise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FE695AF-6A4B-A446-9CBF-DC5D2943842B}"/>
              </a:ext>
            </a:extLst>
          </p:cNvPr>
          <p:cNvSpPr/>
          <p:nvPr/>
        </p:nvSpPr>
        <p:spPr>
          <a:xfrm>
            <a:off x="2196867" y="4013339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Generator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8F8993-9533-4C47-AA6E-D24CB2B96292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974525" y="4958339"/>
            <a:ext cx="1332000" cy="1332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130206-C248-864C-90B2-0E8922F2A083}"/>
              </a:ext>
            </a:extLst>
          </p:cNvPr>
          <p:cNvSpPr txBox="1"/>
          <p:nvPr/>
        </p:nvSpPr>
        <p:spPr>
          <a:xfrm>
            <a:off x="6036445" y="5988914"/>
            <a:ext cx="5118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Iter</a:t>
            </a:r>
            <a:r>
              <a:rPr lang="en-US" sz="1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= 1                  500                     10,000                     50,000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A82962-120B-C948-A0B8-C9847BFFCB5B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EE6CC-3925-987F-AFCD-E1501BAB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C9CAF4-5476-EC84-6F74-C2E25A07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2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5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DD3350-EEE1-0442-9870-21CBC21F9791}"/>
              </a:ext>
            </a:extLst>
          </p:cNvPr>
          <p:cNvSpPr/>
          <p:nvPr/>
        </p:nvSpPr>
        <p:spPr>
          <a:xfrm>
            <a:off x="1271767" y="1655340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Real image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91EF39-C476-A64A-97EB-713964348F18}"/>
              </a:ext>
            </a:extLst>
          </p:cNvPr>
          <p:cNvSpPr/>
          <p:nvPr/>
        </p:nvSpPr>
        <p:spPr>
          <a:xfrm>
            <a:off x="3796148" y="5237098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97C52-65A1-2541-9ED8-4A28A6431BE6}"/>
              </a:ext>
            </a:extLst>
          </p:cNvPr>
          <p:cNvSpPr/>
          <p:nvPr/>
        </p:nvSpPr>
        <p:spPr>
          <a:xfrm>
            <a:off x="5385401" y="2997877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028F2-E838-E54A-89C3-F58A21C22D79}"/>
              </a:ext>
            </a:extLst>
          </p:cNvPr>
          <p:cNvSpPr/>
          <p:nvPr/>
        </p:nvSpPr>
        <p:spPr>
          <a:xfrm>
            <a:off x="5380718" y="3312244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CDA1A7-AFF6-8B48-B14F-A56AF7A914FE}"/>
              </a:ext>
            </a:extLst>
          </p:cNvPr>
          <p:cNvSpPr/>
          <p:nvPr/>
        </p:nvSpPr>
        <p:spPr>
          <a:xfrm>
            <a:off x="8490007" y="4430435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DED16-54DE-7441-9829-7C4B93A4BCF8}"/>
              </a:ext>
            </a:extLst>
          </p:cNvPr>
          <p:cNvSpPr/>
          <p:nvPr/>
        </p:nvSpPr>
        <p:spPr>
          <a:xfrm>
            <a:off x="4449930" y="5849327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Fake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41D93-5528-144A-9739-68FD223EBCE3}"/>
              </a:ext>
            </a:extLst>
          </p:cNvPr>
          <p:cNvGrpSpPr/>
          <p:nvPr/>
        </p:nvGrpSpPr>
        <p:grpSpPr>
          <a:xfrm>
            <a:off x="2531910" y="2079991"/>
            <a:ext cx="8117730" cy="3229107"/>
            <a:chOff x="2531910" y="2079991"/>
            <a:chExt cx="8117730" cy="3229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28FB81-4C5A-8748-9B21-504356C1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253191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14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853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E4A74E-A130-BC49-9312-3A7235DAD440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D8890B-4174-D345-BE33-E7D3766AEFD3}"/>
              </a:ext>
            </a:extLst>
          </p:cNvPr>
          <p:cNvGrpSpPr/>
          <p:nvPr/>
        </p:nvGrpSpPr>
        <p:grpSpPr>
          <a:xfrm>
            <a:off x="5566700" y="1414778"/>
            <a:ext cx="5446639" cy="3253209"/>
            <a:chOff x="5566700" y="1414778"/>
            <a:chExt cx="5446639" cy="32532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5EB92D-E755-DB4F-8442-5859DDA933CE}"/>
                </a:ext>
              </a:extLst>
            </p:cNvPr>
            <p:cNvSpPr/>
            <p:nvPr/>
          </p:nvSpPr>
          <p:spPr>
            <a:xfrm>
              <a:off x="10478711" y="3127786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D3EBFD-8F4A-BD40-AA5F-8CC39AF1D6EC}"/>
                </a:ext>
              </a:extLst>
            </p:cNvPr>
            <p:cNvSpPr/>
            <p:nvPr/>
          </p:nvSpPr>
          <p:spPr>
            <a:xfrm>
              <a:off x="5566700" y="306216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5FA5AA-7544-FE49-9892-FB6FF308048A}"/>
                </a:ext>
              </a:extLst>
            </p:cNvPr>
            <p:cNvCxnSpPr>
              <a:cxnSpLocks/>
              <a:stCxn id="38" idx="0"/>
              <a:endCxn id="34" idx="0"/>
            </p:cNvCxnSpPr>
            <p:nvPr/>
          </p:nvCxnSpPr>
          <p:spPr>
            <a:xfrm rot="16200000" flipH="1">
              <a:off x="8159552" y="541314"/>
              <a:ext cx="65619" cy="5107325"/>
            </a:xfrm>
            <a:prstGeom prst="bentConnector3">
              <a:avLst>
                <a:gd name="adj1" fmla="val -1952212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DFB13E9-040D-464A-B7B6-2B68D12C335B}"/>
                </a:ext>
              </a:extLst>
            </p:cNvPr>
            <p:cNvCxnSpPr>
              <a:cxnSpLocks/>
              <a:stCxn id="34" idx="4"/>
              <a:endCxn id="7" idx="2"/>
            </p:cNvCxnSpPr>
            <p:nvPr/>
          </p:nvCxnSpPr>
          <p:spPr>
            <a:xfrm rot="5400000">
              <a:off x="9144766" y="2870783"/>
              <a:ext cx="784421" cy="2418099"/>
            </a:xfrm>
            <a:prstGeom prst="bentConnector3">
              <a:avLst>
                <a:gd name="adj1" fmla="val 11619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9FEAB51-0B89-CE46-9C83-395193F0BF5A}"/>
                </a:ext>
              </a:extLst>
            </p:cNvPr>
            <p:cNvSpPr/>
            <p:nvPr/>
          </p:nvSpPr>
          <p:spPr>
            <a:xfrm>
              <a:off x="5613416" y="1414778"/>
              <a:ext cx="25145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Ground truth: real/fake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374C7C-24B8-C94C-BC46-CDAEC9704650}"/>
                </a:ext>
              </a:extLst>
            </p:cNvPr>
            <p:cNvSpPr/>
            <p:nvPr/>
          </p:nvSpPr>
          <p:spPr>
            <a:xfrm>
              <a:off x="9179795" y="4298655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3BEF44-AC7A-F14C-9E63-F28B6514501C}"/>
              </a:ext>
            </a:extLst>
          </p:cNvPr>
          <p:cNvGrpSpPr/>
          <p:nvPr/>
        </p:nvGrpSpPr>
        <p:grpSpPr>
          <a:xfrm>
            <a:off x="2987369" y="3830876"/>
            <a:ext cx="7758661" cy="2997782"/>
            <a:chOff x="2987369" y="3830876"/>
            <a:chExt cx="7758661" cy="2997782"/>
          </a:xfrm>
        </p:grpSpPr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EC9A5C95-8942-DA44-82E0-567EEFBF53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87369" y="3830876"/>
              <a:ext cx="7758661" cy="2471020"/>
            </a:xfrm>
            <a:prstGeom prst="bentConnector4">
              <a:avLst>
                <a:gd name="adj1" fmla="val -1"/>
                <a:gd name="adj2" fmla="val 10925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F522D7-6FC7-9F4B-8D11-DC0BAEECBB87}"/>
                </a:ext>
              </a:extLst>
            </p:cNvPr>
            <p:cNvSpPr/>
            <p:nvPr/>
          </p:nvSpPr>
          <p:spPr>
            <a:xfrm>
              <a:off x="6462945" y="6459326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A7799C-19E4-E548-A750-1B778AF3DD38}"/>
              </a:ext>
            </a:extLst>
          </p:cNvPr>
          <p:cNvCxnSpPr/>
          <p:nvPr/>
        </p:nvCxnSpPr>
        <p:spPr>
          <a:xfrm>
            <a:off x="1080655" y="5094707"/>
            <a:ext cx="3740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B45A19F-1F38-CA46-B051-BE1832500DB0}"/>
              </a:ext>
            </a:extLst>
          </p:cNvPr>
          <p:cNvCxnSpPr>
            <a:cxnSpLocks/>
          </p:cNvCxnSpPr>
          <p:nvPr/>
        </p:nvCxnSpPr>
        <p:spPr>
          <a:xfrm>
            <a:off x="4107905" y="5309098"/>
            <a:ext cx="15870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C945D40-9D33-7F46-81F7-5EAAAE6251BD}"/>
              </a:ext>
            </a:extLst>
          </p:cNvPr>
          <p:cNvGrpSpPr/>
          <p:nvPr/>
        </p:nvGrpSpPr>
        <p:grpSpPr>
          <a:xfrm>
            <a:off x="344055" y="4802654"/>
            <a:ext cx="1473199" cy="1016513"/>
            <a:chOff x="344055" y="4802654"/>
            <a:chExt cx="1473199" cy="1016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00537D-B713-EB4B-BEAB-7DD03D545CD7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705" y="4802654"/>
              <a:ext cx="522262" cy="556397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F05D4-B413-4741-A690-A4307897CB46}"/>
                </a:ext>
              </a:extLst>
            </p:cNvPr>
            <p:cNvSpPr/>
            <p:nvPr/>
          </p:nvSpPr>
          <p:spPr>
            <a:xfrm>
              <a:off x="344055" y="544983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Noise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B075B83-127A-FD4C-AF29-6A67F9B78724}"/>
              </a:ext>
            </a:extLst>
          </p:cNvPr>
          <p:cNvGrpSpPr/>
          <p:nvPr/>
        </p:nvGrpSpPr>
        <p:grpSpPr>
          <a:xfrm>
            <a:off x="1568416" y="4013339"/>
            <a:ext cx="2837903" cy="2297701"/>
            <a:chOff x="1568416" y="4013339"/>
            <a:chExt cx="2837903" cy="229770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80AD79D-2916-D24A-A51F-52737191E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8707D42-DD78-9D4A-B5BB-F6B54B71B5B7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844C9DB-553E-084C-B78C-76FC4FCFB2EC}"/>
              </a:ext>
            </a:extLst>
          </p:cNvPr>
          <p:cNvSpPr txBox="1"/>
          <p:nvPr/>
        </p:nvSpPr>
        <p:spPr>
          <a:xfrm>
            <a:off x="6035635" y="5988914"/>
            <a:ext cx="5118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Iter</a:t>
            </a:r>
            <a:r>
              <a:rPr lang="en-US" sz="1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= 1                  500                     10,000                     50,000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E11DC8-97F9-A949-B572-4AC2AE47E44E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49719-C961-710E-DF26-1A008D2A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A838E-271F-C9AF-2B87-F51D9EEB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716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DD3350-EEE1-0442-9870-21CBC21F9791}"/>
              </a:ext>
            </a:extLst>
          </p:cNvPr>
          <p:cNvSpPr/>
          <p:nvPr/>
        </p:nvSpPr>
        <p:spPr>
          <a:xfrm>
            <a:off x="1271767" y="1655340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Real image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91EF39-C476-A64A-97EB-713964348F18}"/>
              </a:ext>
            </a:extLst>
          </p:cNvPr>
          <p:cNvSpPr/>
          <p:nvPr/>
        </p:nvSpPr>
        <p:spPr>
          <a:xfrm>
            <a:off x="3796148" y="5237098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97C52-65A1-2541-9ED8-4A28A6431BE6}"/>
              </a:ext>
            </a:extLst>
          </p:cNvPr>
          <p:cNvSpPr/>
          <p:nvPr/>
        </p:nvSpPr>
        <p:spPr>
          <a:xfrm>
            <a:off x="5385401" y="2997877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028F2-E838-E54A-89C3-F58A21C22D79}"/>
              </a:ext>
            </a:extLst>
          </p:cNvPr>
          <p:cNvSpPr/>
          <p:nvPr/>
        </p:nvSpPr>
        <p:spPr>
          <a:xfrm>
            <a:off x="5380718" y="3312244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CDA1A7-AFF6-8B48-B14F-A56AF7A914FE}"/>
              </a:ext>
            </a:extLst>
          </p:cNvPr>
          <p:cNvSpPr/>
          <p:nvPr/>
        </p:nvSpPr>
        <p:spPr>
          <a:xfrm>
            <a:off x="8490007" y="4430435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DED16-54DE-7441-9829-7C4B93A4BCF8}"/>
              </a:ext>
            </a:extLst>
          </p:cNvPr>
          <p:cNvSpPr/>
          <p:nvPr/>
        </p:nvSpPr>
        <p:spPr>
          <a:xfrm>
            <a:off x="4449930" y="5849327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Fake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41D93-5528-144A-9739-68FD223EBCE3}"/>
              </a:ext>
            </a:extLst>
          </p:cNvPr>
          <p:cNvGrpSpPr/>
          <p:nvPr/>
        </p:nvGrpSpPr>
        <p:grpSpPr>
          <a:xfrm>
            <a:off x="2531910" y="2079991"/>
            <a:ext cx="8117730" cy="3229107"/>
            <a:chOff x="2531910" y="2079991"/>
            <a:chExt cx="8117730" cy="3229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28FB81-4C5A-8748-9B21-504356C1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253191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14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853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E4A74E-A130-BC49-9312-3A7235DAD440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D8890B-4174-D345-BE33-E7D3766AEFD3}"/>
              </a:ext>
            </a:extLst>
          </p:cNvPr>
          <p:cNvGrpSpPr/>
          <p:nvPr/>
        </p:nvGrpSpPr>
        <p:grpSpPr>
          <a:xfrm>
            <a:off x="5566700" y="1414778"/>
            <a:ext cx="5446639" cy="3253209"/>
            <a:chOff x="5566700" y="1414778"/>
            <a:chExt cx="5446639" cy="32532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5EB92D-E755-DB4F-8442-5859DDA933CE}"/>
                </a:ext>
              </a:extLst>
            </p:cNvPr>
            <p:cNvSpPr/>
            <p:nvPr/>
          </p:nvSpPr>
          <p:spPr>
            <a:xfrm>
              <a:off x="10478711" y="3127786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D3EBFD-8F4A-BD40-AA5F-8CC39AF1D6EC}"/>
                </a:ext>
              </a:extLst>
            </p:cNvPr>
            <p:cNvSpPr/>
            <p:nvPr/>
          </p:nvSpPr>
          <p:spPr>
            <a:xfrm>
              <a:off x="5566700" y="306216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5FA5AA-7544-FE49-9892-FB6FF308048A}"/>
                </a:ext>
              </a:extLst>
            </p:cNvPr>
            <p:cNvCxnSpPr>
              <a:cxnSpLocks/>
              <a:stCxn id="38" idx="0"/>
              <a:endCxn id="34" idx="0"/>
            </p:cNvCxnSpPr>
            <p:nvPr/>
          </p:nvCxnSpPr>
          <p:spPr>
            <a:xfrm rot="16200000" flipH="1">
              <a:off x="8159552" y="541314"/>
              <a:ext cx="65619" cy="5107325"/>
            </a:xfrm>
            <a:prstGeom prst="bentConnector3">
              <a:avLst>
                <a:gd name="adj1" fmla="val -1952212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DFB13E9-040D-464A-B7B6-2B68D12C335B}"/>
                </a:ext>
              </a:extLst>
            </p:cNvPr>
            <p:cNvCxnSpPr>
              <a:cxnSpLocks/>
              <a:stCxn id="34" idx="4"/>
              <a:endCxn id="7" idx="2"/>
            </p:cNvCxnSpPr>
            <p:nvPr/>
          </p:nvCxnSpPr>
          <p:spPr>
            <a:xfrm rot="5400000">
              <a:off x="9144766" y="2870783"/>
              <a:ext cx="784421" cy="2418099"/>
            </a:xfrm>
            <a:prstGeom prst="bentConnector3">
              <a:avLst>
                <a:gd name="adj1" fmla="val 11619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9FEAB51-0B89-CE46-9C83-395193F0BF5A}"/>
                </a:ext>
              </a:extLst>
            </p:cNvPr>
            <p:cNvSpPr/>
            <p:nvPr/>
          </p:nvSpPr>
          <p:spPr>
            <a:xfrm>
              <a:off x="5613416" y="1414778"/>
              <a:ext cx="25145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Ground truth: real/fake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374C7C-24B8-C94C-BC46-CDAEC9704650}"/>
                </a:ext>
              </a:extLst>
            </p:cNvPr>
            <p:cNvSpPr/>
            <p:nvPr/>
          </p:nvSpPr>
          <p:spPr>
            <a:xfrm>
              <a:off x="9179795" y="4298655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3BEF44-AC7A-F14C-9E63-F28B6514501C}"/>
              </a:ext>
            </a:extLst>
          </p:cNvPr>
          <p:cNvGrpSpPr/>
          <p:nvPr/>
        </p:nvGrpSpPr>
        <p:grpSpPr>
          <a:xfrm>
            <a:off x="2987369" y="3830876"/>
            <a:ext cx="7758661" cy="2997782"/>
            <a:chOff x="2987369" y="3830876"/>
            <a:chExt cx="7758661" cy="2997782"/>
          </a:xfrm>
        </p:grpSpPr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EC9A5C95-8942-DA44-82E0-567EEFBF53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87369" y="3830876"/>
              <a:ext cx="7758661" cy="2471020"/>
            </a:xfrm>
            <a:prstGeom prst="bentConnector4">
              <a:avLst>
                <a:gd name="adj1" fmla="val -1"/>
                <a:gd name="adj2" fmla="val 10925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F522D7-6FC7-9F4B-8D11-DC0BAEECBB87}"/>
                </a:ext>
              </a:extLst>
            </p:cNvPr>
            <p:cNvSpPr/>
            <p:nvPr/>
          </p:nvSpPr>
          <p:spPr>
            <a:xfrm>
              <a:off x="6462945" y="6459326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A7799C-19E4-E548-A750-1B778AF3DD38}"/>
              </a:ext>
            </a:extLst>
          </p:cNvPr>
          <p:cNvCxnSpPr/>
          <p:nvPr/>
        </p:nvCxnSpPr>
        <p:spPr>
          <a:xfrm>
            <a:off x="1080655" y="5094707"/>
            <a:ext cx="3740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B45A19F-1F38-CA46-B051-BE1832500DB0}"/>
              </a:ext>
            </a:extLst>
          </p:cNvPr>
          <p:cNvCxnSpPr>
            <a:cxnSpLocks/>
          </p:cNvCxnSpPr>
          <p:nvPr/>
        </p:nvCxnSpPr>
        <p:spPr>
          <a:xfrm>
            <a:off x="4107905" y="5309098"/>
            <a:ext cx="15870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C945D40-9D33-7F46-81F7-5EAAAE6251BD}"/>
              </a:ext>
            </a:extLst>
          </p:cNvPr>
          <p:cNvGrpSpPr/>
          <p:nvPr/>
        </p:nvGrpSpPr>
        <p:grpSpPr>
          <a:xfrm>
            <a:off x="344055" y="4802654"/>
            <a:ext cx="1473199" cy="1016513"/>
            <a:chOff x="344055" y="4802654"/>
            <a:chExt cx="1473199" cy="1016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00537D-B713-EB4B-BEAB-7DD03D545CD7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705" y="4802654"/>
              <a:ext cx="522262" cy="556397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F05D4-B413-4741-A690-A4307897CB46}"/>
                </a:ext>
              </a:extLst>
            </p:cNvPr>
            <p:cNvSpPr/>
            <p:nvPr/>
          </p:nvSpPr>
          <p:spPr>
            <a:xfrm>
              <a:off x="344055" y="544983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Noise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B075B83-127A-FD4C-AF29-6A67F9B78724}"/>
              </a:ext>
            </a:extLst>
          </p:cNvPr>
          <p:cNvGrpSpPr/>
          <p:nvPr/>
        </p:nvGrpSpPr>
        <p:grpSpPr>
          <a:xfrm>
            <a:off x="1568416" y="4013339"/>
            <a:ext cx="2837903" cy="2297701"/>
            <a:chOff x="1568416" y="4013339"/>
            <a:chExt cx="2837903" cy="229770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80AD79D-2916-D24A-A51F-52737191E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8707D42-DD78-9D4A-B5BB-F6B54B71B5B7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844C9DB-553E-084C-B78C-76FC4FCFB2EC}"/>
              </a:ext>
            </a:extLst>
          </p:cNvPr>
          <p:cNvSpPr txBox="1"/>
          <p:nvPr/>
        </p:nvSpPr>
        <p:spPr>
          <a:xfrm>
            <a:off x="6035635" y="5988914"/>
            <a:ext cx="5118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Iter</a:t>
            </a:r>
            <a:r>
              <a:rPr lang="en-US" sz="1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= 1                  500                     10,000                     50,000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E11DC8-97F9-A949-B572-4AC2AE47E44E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6010-2ADE-BA11-E297-F409546A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965FD0-2B75-220A-9BE3-BECD4DAD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953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DD3350-EEE1-0442-9870-21CBC21F9791}"/>
              </a:ext>
            </a:extLst>
          </p:cNvPr>
          <p:cNvSpPr/>
          <p:nvPr/>
        </p:nvSpPr>
        <p:spPr>
          <a:xfrm>
            <a:off x="1271767" y="1655340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Real image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91EF39-C476-A64A-97EB-713964348F18}"/>
              </a:ext>
            </a:extLst>
          </p:cNvPr>
          <p:cNvSpPr/>
          <p:nvPr/>
        </p:nvSpPr>
        <p:spPr>
          <a:xfrm>
            <a:off x="3796148" y="5237098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97C52-65A1-2541-9ED8-4A28A6431BE6}"/>
              </a:ext>
            </a:extLst>
          </p:cNvPr>
          <p:cNvSpPr/>
          <p:nvPr/>
        </p:nvSpPr>
        <p:spPr>
          <a:xfrm>
            <a:off x="5385401" y="2997877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028F2-E838-E54A-89C3-F58A21C22D79}"/>
              </a:ext>
            </a:extLst>
          </p:cNvPr>
          <p:cNvSpPr/>
          <p:nvPr/>
        </p:nvSpPr>
        <p:spPr>
          <a:xfrm>
            <a:off x="5380718" y="3312244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CDA1A7-AFF6-8B48-B14F-A56AF7A914FE}"/>
              </a:ext>
            </a:extLst>
          </p:cNvPr>
          <p:cNvSpPr/>
          <p:nvPr/>
        </p:nvSpPr>
        <p:spPr>
          <a:xfrm>
            <a:off x="8490007" y="4430435"/>
            <a:ext cx="144000" cy="14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DED16-54DE-7441-9829-7C4B93A4BCF8}"/>
              </a:ext>
            </a:extLst>
          </p:cNvPr>
          <p:cNvSpPr/>
          <p:nvPr/>
        </p:nvSpPr>
        <p:spPr>
          <a:xfrm>
            <a:off x="4449930" y="5849327"/>
            <a:ext cx="1473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Fake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D41D93-5528-144A-9739-68FD223EBCE3}"/>
              </a:ext>
            </a:extLst>
          </p:cNvPr>
          <p:cNvGrpSpPr/>
          <p:nvPr/>
        </p:nvGrpSpPr>
        <p:grpSpPr>
          <a:xfrm>
            <a:off x="2531910" y="2079991"/>
            <a:ext cx="8117730" cy="3229107"/>
            <a:chOff x="2531910" y="2079991"/>
            <a:chExt cx="8117730" cy="32291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28FB81-4C5A-8748-9B21-504356C1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253191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14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853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E4A74E-A130-BC49-9312-3A7235DAD440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D8890B-4174-D345-BE33-E7D3766AEFD3}"/>
              </a:ext>
            </a:extLst>
          </p:cNvPr>
          <p:cNvGrpSpPr/>
          <p:nvPr/>
        </p:nvGrpSpPr>
        <p:grpSpPr>
          <a:xfrm>
            <a:off x="5566700" y="1414778"/>
            <a:ext cx="5446639" cy="3253209"/>
            <a:chOff x="5566700" y="1414778"/>
            <a:chExt cx="5446639" cy="32532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5EB92D-E755-DB4F-8442-5859DDA933CE}"/>
                </a:ext>
              </a:extLst>
            </p:cNvPr>
            <p:cNvSpPr/>
            <p:nvPr/>
          </p:nvSpPr>
          <p:spPr>
            <a:xfrm>
              <a:off x="10478711" y="3127786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D3EBFD-8F4A-BD40-AA5F-8CC39AF1D6EC}"/>
                </a:ext>
              </a:extLst>
            </p:cNvPr>
            <p:cNvSpPr/>
            <p:nvPr/>
          </p:nvSpPr>
          <p:spPr>
            <a:xfrm>
              <a:off x="5566700" y="306216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5FA5AA-7544-FE49-9892-FB6FF308048A}"/>
                </a:ext>
              </a:extLst>
            </p:cNvPr>
            <p:cNvCxnSpPr>
              <a:stCxn id="38" idx="0"/>
              <a:endCxn id="34" idx="0"/>
            </p:cNvCxnSpPr>
            <p:nvPr/>
          </p:nvCxnSpPr>
          <p:spPr>
            <a:xfrm rot="16200000" flipH="1">
              <a:off x="8159552" y="541314"/>
              <a:ext cx="65619" cy="5107325"/>
            </a:xfrm>
            <a:prstGeom prst="bentConnector3">
              <a:avLst>
                <a:gd name="adj1" fmla="val -1952212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DFB13E9-040D-464A-B7B6-2B68D12C335B}"/>
                </a:ext>
              </a:extLst>
            </p:cNvPr>
            <p:cNvCxnSpPr>
              <a:cxnSpLocks/>
              <a:stCxn id="34" idx="4"/>
              <a:endCxn id="7" idx="2"/>
            </p:cNvCxnSpPr>
            <p:nvPr/>
          </p:nvCxnSpPr>
          <p:spPr>
            <a:xfrm rot="5400000">
              <a:off x="9144766" y="2870783"/>
              <a:ext cx="784421" cy="2418099"/>
            </a:xfrm>
            <a:prstGeom prst="bentConnector3">
              <a:avLst>
                <a:gd name="adj1" fmla="val 11619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9FEAB51-0B89-CE46-9C83-395193F0BF5A}"/>
                </a:ext>
              </a:extLst>
            </p:cNvPr>
            <p:cNvSpPr/>
            <p:nvPr/>
          </p:nvSpPr>
          <p:spPr>
            <a:xfrm>
              <a:off x="5613416" y="1414778"/>
              <a:ext cx="25145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Ground truth: real/fake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374C7C-24B8-C94C-BC46-CDAEC9704650}"/>
                </a:ext>
              </a:extLst>
            </p:cNvPr>
            <p:cNvSpPr/>
            <p:nvPr/>
          </p:nvSpPr>
          <p:spPr>
            <a:xfrm>
              <a:off x="9179795" y="4298655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3BEF44-AC7A-F14C-9E63-F28B6514501C}"/>
              </a:ext>
            </a:extLst>
          </p:cNvPr>
          <p:cNvGrpSpPr/>
          <p:nvPr/>
        </p:nvGrpSpPr>
        <p:grpSpPr>
          <a:xfrm>
            <a:off x="2987369" y="3830876"/>
            <a:ext cx="7758661" cy="2997782"/>
            <a:chOff x="2987369" y="3830876"/>
            <a:chExt cx="7758661" cy="2997782"/>
          </a:xfrm>
        </p:grpSpPr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EC9A5C95-8942-DA44-82E0-567EEFBF53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87369" y="3830876"/>
              <a:ext cx="7758661" cy="2471020"/>
            </a:xfrm>
            <a:prstGeom prst="bentConnector4">
              <a:avLst>
                <a:gd name="adj1" fmla="val -1"/>
                <a:gd name="adj2" fmla="val 109251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F522D7-6FC7-9F4B-8D11-DC0BAEECBB87}"/>
                </a:ext>
              </a:extLst>
            </p:cNvPr>
            <p:cNvSpPr/>
            <p:nvPr/>
          </p:nvSpPr>
          <p:spPr>
            <a:xfrm>
              <a:off x="6462945" y="6459326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A7799C-19E4-E548-A750-1B778AF3DD38}"/>
              </a:ext>
            </a:extLst>
          </p:cNvPr>
          <p:cNvCxnSpPr/>
          <p:nvPr/>
        </p:nvCxnSpPr>
        <p:spPr>
          <a:xfrm>
            <a:off x="1080655" y="5094707"/>
            <a:ext cx="3740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B45A19F-1F38-CA46-B051-BE1832500DB0}"/>
              </a:ext>
            </a:extLst>
          </p:cNvPr>
          <p:cNvCxnSpPr>
            <a:cxnSpLocks/>
          </p:cNvCxnSpPr>
          <p:nvPr/>
        </p:nvCxnSpPr>
        <p:spPr>
          <a:xfrm>
            <a:off x="4107905" y="5309098"/>
            <a:ext cx="15870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C945D40-9D33-7F46-81F7-5EAAAE6251BD}"/>
              </a:ext>
            </a:extLst>
          </p:cNvPr>
          <p:cNvGrpSpPr/>
          <p:nvPr/>
        </p:nvGrpSpPr>
        <p:grpSpPr>
          <a:xfrm>
            <a:off x="344055" y="4802654"/>
            <a:ext cx="1473199" cy="1016513"/>
            <a:chOff x="344055" y="4802654"/>
            <a:chExt cx="1473199" cy="1016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C00537D-B713-EB4B-BEAB-7DD03D545CD7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705" y="4802654"/>
              <a:ext cx="522262" cy="556397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9F05D4-B413-4741-A690-A4307897CB46}"/>
                </a:ext>
              </a:extLst>
            </p:cNvPr>
            <p:cNvSpPr/>
            <p:nvPr/>
          </p:nvSpPr>
          <p:spPr>
            <a:xfrm>
              <a:off x="344055" y="544983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Noise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B075B83-127A-FD4C-AF29-6A67F9B78724}"/>
              </a:ext>
            </a:extLst>
          </p:cNvPr>
          <p:cNvGrpSpPr/>
          <p:nvPr/>
        </p:nvGrpSpPr>
        <p:grpSpPr>
          <a:xfrm>
            <a:off x="1568416" y="4013339"/>
            <a:ext cx="2837903" cy="2297701"/>
            <a:chOff x="1568416" y="4013339"/>
            <a:chExt cx="2837903" cy="229770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80AD79D-2916-D24A-A51F-52737191E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8707D42-DD78-9D4A-B5BB-F6B54B71B5B7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1450342F-5424-7D4B-95C6-95E1AAC12C5D}"/>
              </a:ext>
            </a:extLst>
          </p:cNvPr>
          <p:cNvPicPr>
            <a:picLocks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5474" y="2092443"/>
            <a:ext cx="1332000" cy="133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88463A-AC25-784E-8A0E-E40B2C2DB2E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747389" y="4971018"/>
            <a:ext cx="1332000" cy="133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78090F-7AA5-E54C-BA84-6875EDD91061}"/>
              </a:ext>
            </a:extLst>
          </p:cNvPr>
          <p:cNvSpPr txBox="1"/>
          <p:nvPr/>
        </p:nvSpPr>
        <p:spPr>
          <a:xfrm>
            <a:off x="1045347" y="979712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Images </a:t>
            </a:r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without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anomalies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B54971-27A0-5947-93AD-2E93EC9E0544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8B792-E034-90FB-CE12-CA6DB315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24479-74CF-936C-0DBE-F4B6C0FF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89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36ED342-CCC3-FD48-9B6C-F8F21CA07163}"/>
              </a:ext>
            </a:extLst>
          </p:cNvPr>
          <p:cNvGrpSpPr/>
          <p:nvPr/>
        </p:nvGrpSpPr>
        <p:grpSpPr>
          <a:xfrm>
            <a:off x="6917317" y="2079991"/>
            <a:ext cx="3159450" cy="2392052"/>
            <a:chOff x="6917317" y="2079991"/>
            <a:chExt cx="3159450" cy="2392052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CCF924B-497C-D44B-A8E9-746662606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5B147DA-6AF0-7B47-8D9D-184F511AD0FC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E0B6F6-815A-C94B-8D61-EA0E1C57589F}"/>
              </a:ext>
            </a:extLst>
          </p:cNvPr>
          <p:cNvGrpSpPr/>
          <p:nvPr/>
        </p:nvGrpSpPr>
        <p:grpSpPr>
          <a:xfrm>
            <a:off x="344055" y="979712"/>
            <a:ext cx="10669284" cy="5848946"/>
            <a:chOff x="344055" y="979712"/>
            <a:chExt cx="10669284" cy="584894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0DD3350-EEE1-0442-9870-21CBC21F9791}"/>
                </a:ext>
              </a:extLst>
            </p:cNvPr>
            <p:cNvSpPr/>
            <p:nvPr/>
          </p:nvSpPr>
          <p:spPr>
            <a:xfrm>
              <a:off x="1271767" y="1655340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 image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91EF39-C476-A64A-97EB-713964348F18}"/>
                </a:ext>
              </a:extLst>
            </p:cNvPr>
            <p:cNvSpPr/>
            <p:nvPr/>
          </p:nvSpPr>
          <p:spPr>
            <a:xfrm>
              <a:off x="3796148" y="5237098"/>
              <a:ext cx="144000" cy="144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E497C52-65A1-2541-9ED8-4A28A6431BE6}"/>
                </a:ext>
              </a:extLst>
            </p:cNvPr>
            <p:cNvSpPr/>
            <p:nvPr/>
          </p:nvSpPr>
          <p:spPr>
            <a:xfrm>
              <a:off x="5385401" y="299787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AF028F2-E838-E54A-89C3-F58A21C22D79}"/>
                </a:ext>
              </a:extLst>
            </p:cNvPr>
            <p:cNvSpPr/>
            <p:nvPr/>
          </p:nvSpPr>
          <p:spPr>
            <a:xfrm>
              <a:off x="5380718" y="3312244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7CDA1A7-AFF6-8B48-B14F-A56AF7A914FE}"/>
                </a:ext>
              </a:extLst>
            </p:cNvPr>
            <p:cNvSpPr/>
            <p:nvPr/>
          </p:nvSpPr>
          <p:spPr>
            <a:xfrm>
              <a:off x="8490007" y="4430435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A6DED16-54DE-7441-9829-7C4B93A4BCF8}"/>
                </a:ext>
              </a:extLst>
            </p:cNvPr>
            <p:cNvSpPr/>
            <p:nvPr/>
          </p:nvSpPr>
          <p:spPr>
            <a:xfrm>
              <a:off x="4449930" y="5849327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Fake image</a:t>
              </a:r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253191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14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853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D8890B-4174-D345-BE33-E7D3766AEFD3}"/>
                </a:ext>
              </a:extLst>
            </p:cNvPr>
            <p:cNvGrpSpPr/>
            <p:nvPr/>
          </p:nvGrpSpPr>
          <p:grpSpPr>
            <a:xfrm>
              <a:off x="5566700" y="1414778"/>
              <a:ext cx="5446639" cy="3253209"/>
              <a:chOff x="5566700" y="1414778"/>
              <a:chExt cx="5446639" cy="3253209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C5EB92D-E755-DB4F-8442-5859DDA933CE}"/>
                  </a:ext>
                </a:extLst>
              </p:cNvPr>
              <p:cNvSpPr/>
              <p:nvPr/>
            </p:nvSpPr>
            <p:spPr>
              <a:xfrm>
                <a:off x="10478711" y="3127786"/>
                <a:ext cx="534628" cy="5598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40D3EBFD-8F4A-BD40-AA5F-8CC39AF1D6EC}"/>
                  </a:ext>
                </a:extLst>
              </p:cNvPr>
              <p:cNvSpPr/>
              <p:nvPr/>
            </p:nvSpPr>
            <p:spPr>
              <a:xfrm>
                <a:off x="5566700" y="3062167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F25FA5AA-7544-FE49-9892-FB6FF308048A}"/>
                  </a:ext>
                </a:extLst>
              </p:cNvPr>
              <p:cNvCxnSpPr>
                <a:stCxn id="38" idx="0"/>
                <a:endCxn id="34" idx="0"/>
              </p:cNvCxnSpPr>
              <p:nvPr/>
            </p:nvCxnSpPr>
            <p:spPr>
              <a:xfrm rot="16200000" flipH="1">
                <a:off x="8159552" y="541314"/>
                <a:ext cx="65619" cy="5107325"/>
              </a:xfrm>
              <a:prstGeom prst="bentConnector3">
                <a:avLst>
                  <a:gd name="adj1" fmla="val -1952212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Elbow Connector 41">
                <a:extLst>
                  <a:ext uri="{FF2B5EF4-FFF2-40B4-BE49-F238E27FC236}">
                    <a16:creationId xmlns:a16="http://schemas.microsoft.com/office/drawing/2014/main" id="{3DFB13E9-040D-464A-B7B6-2B68D12C335B}"/>
                  </a:ext>
                </a:extLst>
              </p:cNvPr>
              <p:cNvCxnSpPr>
                <a:cxnSpLocks/>
                <a:stCxn id="34" idx="4"/>
              </p:cNvCxnSpPr>
              <p:nvPr/>
            </p:nvCxnSpPr>
            <p:spPr>
              <a:xfrm rot="5400000">
                <a:off x="9144766" y="2870783"/>
                <a:ext cx="784421" cy="2418099"/>
              </a:xfrm>
              <a:prstGeom prst="bentConnector3">
                <a:avLst>
                  <a:gd name="adj1" fmla="val 116191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9FEAB51-0B89-CE46-9C83-395193F0BF5A}"/>
                  </a:ext>
                </a:extLst>
              </p:cNvPr>
              <p:cNvSpPr/>
              <p:nvPr/>
            </p:nvSpPr>
            <p:spPr>
              <a:xfrm>
                <a:off x="5613416" y="1414778"/>
                <a:ext cx="251458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Ground truth: real/fake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374C7C-24B8-C94C-BC46-CDAEC9704650}"/>
                  </a:ext>
                </a:extLst>
              </p:cNvPr>
              <p:cNvSpPr/>
              <p:nvPr/>
            </p:nvSpPr>
            <p:spPr>
              <a:xfrm>
                <a:off x="9179795" y="4298655"/>
                <a:ext cx="103774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error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3BEF44-AC7A-F14C-9E63-F28B6514501C}"/>
                </a:ext>
              </a:extLst>
            </p:cNvPr>
            <p:cNvGrpSpPr/>
            <p:nvPr/>
          </p:nvGrpSpPr>
          <p:grpSpPr>
            <a:xfrm>
              <a:off x="2987369" y="3830876"/>
              <a:ext cx="7758661" cy="2997782"/>
              <a:chOff x="2987369" y="3830876"/>
              <a:chExt cx="7758661" cy="2997782"/>
            </a:xfrm>
          </p:grpSpPr>
          <p:cxnSp>
            <p:nvCxnSpPr>
              <p:cNvPr id="54" name="Elbow Connector 53">
                <a:extLst>
                  <a:ext uri="{FF2B5EF4-FFF2-40B4-BE49-F238E27FC236}">
                    <a16:creationId xmlns:a16="http://schemas.microsoft.com/office/drawing/2014/main" id="{EC9A5C95-8942-DA44-82E0-567EEFBF532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2987369" y="3830876"/>
                <a:ext cx="7758661" cy="2471020"/>
              </a:xfrm>
              <a:prstGeom prst="bentConnector4">
                <a:avLst>
                  <a:gd name="adj1" fmla="val -1"/>
                  <a:gd name="adj2" fmla="val 109251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0F522D7-6FC7-9F4B-8D11-DC0BAEECBB87}"/>
                  </a:ext>
                </a:extLst>
              </p:cNvPr>
              <p:cNvSpPr/>
              <p:nvPr/>
            </p:nvSpPr>
            <p:spPr>
              <a:xfrm>
                <a:off x="6462945" y="6459326"/>
                <a:ext cx="103774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error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A7799C-19E4-E548-A750-1B778AF3DD38}"/>
                </a:ext>
              </a:extLst>
            </p:cNvPr>
            <p:cNvCxnSpPr/>
            <p:nvPr/>
          </p:nvCxnSpPr>
          <p:spPr>
            <a:xfrm>
              <a:off x="1080655" y="5094707"/>
              <a:ext cx="374073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B45A19F-1F38-CA46-B051-BE1832500DB0}"/>
                </a:ext>
              </a:extLst>
            </p:cNvPr>
            <p:cNvCxnSpPr>
              <a:cxnSpLocks/>
            </p:cNvCxnSpPr>
            <p:nvPr/>
          </p:nvCxnSpPr>
          <p:spPr>
            <a:xfrm>
              <a:off x="4107905" y="5309098"/>
              <a:ext cx="158704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945D40-9D33-7F46-81F7-5EAAAE6251BD}"/>
                </a:ext>
              </a:extLst>
            </p:cNvPr>
            <p:cNvGrpSpPr/>
            <p:nvPr/>
          </p:nvGrpSpPr>
          <p:grpSpPr>
            <a:xfrm>
              <a:off x="344055" y="4802654"/>
              <a:ext cx="1473199" cy="1016513"/>
              <a:chOff x="344055" y="4802654"/>
              <a:chExt cx="1473199" cy="101651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C00537D-B713-EB4B-BEAB-7DD03D545CD7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705" y="4802654"/>
                <a:ext cx="522262" cy="556397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89F05D4-B413-4741-A690-A4307897CB46}"/>
                  </a:ext>
                </a:extLst>
              </p:cNvPr>
              <p:cNvSpPr/>
              <p:nvPr/>
            </p:nvSpPr>
            <p:spPr>
              <a:xfrm>
                <a:off x="344055" y="5449835"/>
                <a:ext cx="147319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Noise</a:t>
                </a:r>
              </a:p>
            </p:txBody>
          </p:sp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450342F-5424-7D4B-95C6-95E1AAC12C5D}"/>
                </a:ext>
              </a:extLst>
            </p:cNvPr>
            <p:cNvPicPr>
              <a:picLocks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15474" y="2092443"/>
              <a:ext cx="1332000" cy="1332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088463A-AC25-784E-8A0E-E40B2C2DB2EE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47389" y="4971018"/>
              <a:ext cx="1332000" cy="1332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78090F-7AA5-E54C-BA84-6875EDD91061}"/>
                </a:ext>
              </a:extLst>
            </p:cNvPr>
            <p:cNvSpPr txBox="1"/>
            <p:nvPr/>
          </p:nvSpPr>
          <p:spPr>
            <a:xfrm>
              <a:off x="1045347" y="979712"/>
              <a:ext cx="16722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Images </a:t>
              </a:r>
              <a:r>
                <a:rPr lang="en-US" dirty="0">
                  <a:solidFill>
                    <a:schemeClr val="accent2"/>
                  </a:solidFill>
                  <a:latin typeface="Gill Sans MT" panose="020B0502020104020203" pitchFamily="34" charset="77"/>
                </a:rPr>
                <a:t>without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anomalies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DC0B795-BEE9-3941-BF21-CDAFA515F47F}"/>
              </a:ext>
            </a:extLst>
          </p:cNvPr>
          <p:cNvGrpSpPr/>
          <p:nvPr/>
        </p:nvGrpSpPr>
        <p:grpSpPr>
          <a:xfrm>
            <a:off x="1568416" y="4013339"/>
            <a:ext cx="2837903" cy="2297701"/>
            <a:chOff x="1568416" y="4013339"/>
            <a:chExt cx="2837903" cy="229770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4C576F1-B4DD-034C-B973-2F00766C6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449611A-2917-8A4C-A490-EC0F1BEC301C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2B26EED-8D48-7B41-90C1-DF13404FEAC8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AE075-EA54-E6E7-8F10-F000A481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72735-7E7C-7545-31A7-E7351436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xit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upLeft)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8" presetClass="exit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upLeft)">
                                      <p:cBhvr>
                                        <p:cTn id="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BB68CBD7-273B-F844-A88F-D122535877C5}"/>
              </a:ext>
            </a:extLst>
          </p:cNvPr>
          <p:cNvGrpSpPr/>
          <p:nvPr/>
        </p:nvGrpSpPr>
        <p:grpSpPr>
          <a:xfrm>
            <a:off x="1172469" y="1782175"/>
            <a:ext cx="3159450" cy="2392052"/>
            <a:chOff x="6917317" y="2079991"/>
            <a:chExt cx="3159450" cy="2392052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6F3C37F-32D4-2B46-8457-34CC77F86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38511-24DC-1244-9B15-06F09686A1CF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Encoder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19F8E47-0E92-FE4A-A004-90510EE7C39E}"/>
              </a:ext>
            </a:extLst>
          </p:cNvPr>
          <p:cNvGrpSpPr/>
          <p:nvPr/>
        </p:nvGrpSpPr>
        <p:grpSpPr>
          <a:xfrm>
            <a:off x="1568416" y="3477021"/>
            <a:ext cx="2837903" cy="2834019"/>
            <a:chOff x="1568416" y="3477021"/>
            <a:chExt cx="2837903" cy="283401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4F55A8D-3FE3-804B-9B7A-C24B368F89CF}"/>
                </a:ext>
              </a:extLst>
            </p:cNvPr>
            <p:cNvGrpSpPr/>
            <p:nvPr/>
          </p:nvGrpSpPr>
          <p:grpSpPr>
            <a:xfrm>
              <a:off x="1568416" y="4013339"/>
              <a:ext cx="2837903" cy="2297701"/>
              <a:chOff x="1568416" y="4013339"/>
              <a:chExt cx="2837903" cy="2297701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43BA2BD-BD0B-E944-B4DB-6F9AF13EE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8416" y="4086203"/>
                <a:ext cx="2837903" cy="2224837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67224DB-7BF3-F844-BDC7-76CB9030D9D5}"/>
                  </a:ext>
                </a:extLst>
              </p:cNvPr>
              <p:cNvSpPr/>
              <p:nvPr/>
            </p:nvSpPr>
            <p:spPr>
              <a:xfrm>
                <a:off x="2196057" y="4013339"/>
                <a:ext cx="147319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Generator</a:t>
                </a:r>
              </a:p>
            </p:txBody>
          </p:sp>
        </p:grpSp>
        <p:pic>
          <p:nvPicPr>
            <p:cNvPr id="2050" name="Picture 2" descr="Lock-Icon-PNG-Graphic-Cave - JMI Technologies-IT Services | IT Support and  Cyber Security">
              <a:extLst>
                <a:ext uri="{FF2B5EF4-FFF2-40B4-BE49-F238E27FC236}">
                  <a16:creationId xmlns:a16="http://schemas.microsoft.com/office/drawing/2014/main" id="{2BE3A489-EC8D-0B43-B46F-17CE8678B9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44" t="18442" r="32969" b="18314"/>
            <a:stretch/>
          </p:blipFill>
          <p:spPr bwMode="auto">
            <a:xfrm>
              <a:off x="2536898" y="3477021"/>
              <a:ext cx="573568" cy="555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3AD4CC-777B-0A48-9147-DC8596004074}"/>
              </a:ext>
            </a:extLst>
          </p:cNvPr>
          <p:cNvGrpSpPr/>
          <p:nvPr/>
        </p:nvGrpSpPr>
        <p:grpSpPr>
          <a:xfrm>
            <a:off x="297017" y="1475546"/>
            <a:ext cx="1672253" cy="1830608"/>
            <a:chOff x="297017" y="1475546"/>
            <a:chExt cx="1672253" cy="1830608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C5095C6D-6B4D-7B41-937D-509EAC1B6030}"/>
                </a:ext>
              </a:extLst>
            </p:cNvPr>
            <p:cNvPicPr>
              <a:picLocks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97017" y="2462090"/>
              <a:ext cx="814077" cy="844064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E0862E5-03D4-DA48-B37C-053C7B188FF4}"/>
                </a:ext>
              </a:extLst>
            </p:cNvPr>
            <p:cNvSpPr txBox="1"/>
            <p:nvPr/>
          </p:nvSpPr>
          <p:spPr>
            <a:xfrm>
              <a:off x="297017" y="1475546"/>
              <a:ext cx="16722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Images </a:t>
              </a:r>
              <a:r>
                <a:rPr lang="en-US" dirty="0">
                  <a:solidFill>
                    <a:schemeClr val="accent2"/>
                  </a:solidFill>
                  <a:latin typeface="Gill Sans MT" panose="020B0502020104020203" pitchFamily="34" charset="77"/>
                </a:rPr>
                <a:t>without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anomalies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8A93E7F-14C6-4E4E-A187-5C60EE55036D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C448E-89AA-6361-1E1F-2D2E51660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EFF65-73AA-C89F-0F7C-D2382170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5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0.0037 L 0.20495 -0.281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56" y="-1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F55A8D-3FE3-804B-9B7A-C24B368F89CF}"/>
              </a:ext>
            </a:extLst>
          </p:cNvPr>
          <p:cNvGrpSpPr/>
          <p:nvPr/>
        </p:nvGrpSpPr>
        <p:grpSpPr>
          <a:xfrm>
            <a:off x="4059954" y="2082775"/>
            <a:ext cx="2837903" cy="2297701"/>
            <a:chOff x="1568416" y="4013339"/>
            <a:chExt cx="2837903" cy="229770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43BA2BD-BD0B-E944-B4DB-6F9AF13EE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7224DB-7BF3-F844-BDC7-76CB9030D9D5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68CBD7-273B-F844-A88F-D122535877C5}"/>
              </a:ext>
            </a:extLst>
          </p:cNvPr>
          <p:cNvGrpSpPr/>
          <p:nvPr/>
        </p:nvGrpSpPr>
        <p:grpSpPr>
          <a:xfrm>
            <a:off x="1172469" y="1782175"/>
            <a:ext cx="3159450" cy="2392052"/>
            <a:chOff x="6917317" y="2079991"/>
            <a:chExt cx="3159450" cy="2392052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6F3C37F-32D4-2B46-8457-34CC77F86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38511-24DC-1244-9B15-06F09686A1CF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Encoder</a:t>
              </a:r>
            </a:p>
          </p:txBody>
        </p:sp>
      </p:grp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E6FE1A9D-8116-4F44-8205-83C9FF44BB6A}"/>
              </a:ext>
            </a:extLst>
          </p:cNvPr>
          <p:cNvCxnSpPr>
            <a:cxnSpLocks/>
            <a:endCxn id="48" idx="4"/>
          </p:cNvCxnSpPr>
          <p:nvPr/>
        </p:nvCxnSpPr>
        <p:spPr>
          <a:xfrm rot="16200000" flipH="1">
            <a:off x="3331849" y="678361"/>
            <a:ext cx="1554005" cy="6809590"/>
          </a:xfrm>
          <a:prstGeom prst="bentConnector3">
            <a:avLst>
              <a:gd name="adj1" fmla="val 15965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F5F3849-43E8-2941-8982-5A3CE933AD5B}"/>
              </a:ext>
            </a:extLst>
          </p:cNvPr>
          <p:cNvCxnSpPr>
            <a:cxnSpLocks/>
          </p:cNvCxnSpPr>
          <p:nvPr/>
        </p:nvCxnSpPr>
        <p:spPr>
          <a:xfrm>
            <a:off x="6411135" y="3314117"/>
            <a:ext cx="1102511" cy="96080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E843445-079E-4842-B5E9-B9AA84B84257}"/>
              </a:ext>
            </a:extLst>
          </p:cNvPr>
          <p:cNvSpPr/>
          <p:nvPr/>
        </p:nvSpPr>
        <p:spPr>
          <a:xfrm>
            <a:off x="7246332" y="4300323"/>
            <a:ext cx="534628" cy="5598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AD80CF-F6F3-DC43-A838-E534B10A2BD0}"/>
              </a:ext>
            </a:extLst>
          </p:cNvPr>
          <p:cNvGrpSpPr/>
          <p:nvPr/>
        </p:nvGrpSpPr>
        <p:grpSpPr>
          <a:xfrm>
            <a:off x="2583078" y="1479074"/>
            <a:ext cx="6481206" cy="3101167"/>
            <a:chOff x="2583078" y="1782175"/>
            <a:chExt cx="6481206" cy="2798066"/>
          </a:xfrm>
        </p:grpSpPr>
        <p:cxnSp>
          <p:nvCxnSpPr>
            <p:cNvPr id="57" name="Elbow Connector 56">
              <a:extLst>
                <a:ext uri="{FF2B5EF4-FFF2-40B4-BE49-F238E27FC236}">
                  <a16:creationId xmlns:a16="http://schemas.microsoft.com/office/drawing/2014/main" id="{34548CF4-EA4C-3041-A723-5AD1BA77C504}"/>
                </a:ext>
              </a:extLst>
            </p:cNvPr>
            <p:cNvCxnSpPr>
              <a:cxnSpLocks/>
              <a:stCxn id="48" idx="6"/>
              <a:endCxn id="69" idx="0"/>
            </p:cNvCxnSpPr>
            <p:nvPr/>
          </p:nvCxnSpPr>
          <p:spPr>
            <a:xfrm flipH="1" flipV="1">
              <a:off x="2583078" y="1782175"/>
              <a:ext cx="5197882" cy="2798066"/>
            </a:xfrm>
            <a:prstGeom prst="bentConnector4">
              <a:avLst>
                <a:gd name="adj1" fmla="val -4398"/>
                <a:gd name="adj2" fmla="val 108170"/>
              </a:avLst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043334C-F09D-B444-BE84-C06285AC0BF7}"/>
                </a:ext>
              </a:extLst>
            </p:cNvPr>
            <p:cNvSpPr/>
            <p:nvPr/>
          </p:nvSpPr>
          <p:spPr>
            <a:xfrm>
              <a:off x="8026536" y="4195810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046DF3B-93AF-D840-816E-6E83CE7EB190}"/>
              </a:ext>
            </a:extLst>
          </p:cNvPr>
          <p:cNvGrpSpPr/>
          <p:nvPr/>
        </p:nvGrpSpPr>
        <p:grpSpPr>
          <a:xfrm>
            <a:off x="297017" y="1475546"/>
            <a:ext cx="1672253" cy="1830608"/>
            <a:chOff x="297017" y="1475546"/>
            <a:chExt cx="1672253" cy="183060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BD613B8A-320E-5F4A-8FD7-7FED96630D93}"/>
                </a:ext>
              </a:extLst>
            </p:cNvPr>
            <p:cNvPicPr>
              <a:picLocks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7017" y="2462090"/>
              <a:ext cx="814077" cy="844064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EC08B0-9196-9545-854E-3BB9CAEDD310}"/>
                </a:ext>
              </a:extLst>
            </p:cNvPr>
            <p:cNvSpPr txBox="1"/>
            <p:nvPr/>
          </p:nvSpPr>
          <p:spPr>
            <a:xfrm>
              <a:off x="297017" y="1475546"/>
              <a:ext cx="16722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Images </a:t>
              </a:r>
              <a:r>
                <a:rPr lang="en-US" dirty="0">
                  <a:solidFill>
                    <a:schemeClr val="accent2"/>
                  </a:solidFill>
                  <a:latin typeface="Gill Sans MT" panose="020B0502020104020203" pitchFamily="34" charset="77"/>
                </a:rPr>
                <a:t>without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anomalies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5AEBA47-2434-184F-B93E-80D02D642B08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1B20F-F75C-1273-C995-71B8FD97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EC7F0-0FCD-581A-8085-671EFF8E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588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7662B74-467E-6E4D-8BF6-A417AE929C68}"/>
              </a:ext>
            </a:extLst>
          </p:cNvPr>
          <p:cNvGrpSpPr/>
          <p:nvPr/>
        </p:nvGrpSpPr>
        <p:grpSpPr>
          <a:xfrm>
            <a:off x="704057" y="3306153"/>
            <a:ext cx="9113482" cy="1688769"/>
            <a:chOff x="704057" y="3306153"/>
            <a:chExt cx="9113482" cy="1688769"/>
          </a:xfrm>
        </p:grpSpPr>
        <p:cxnSp>
          <p:nvCxnSpPr>
            <p:cNvPr id="3" name="Elbow Connector 2">
              <a:extLst>
                <a:ext uri="{FF2B5EF4-FFF2-40B4-BE49-F238E27FC236}">
                  <a16:creationId xmlns:a16="http://schemas.microsoft.com/office/drawing/2014/main" id="{E6FE1A9D-8116-4F44-8205-83C9FF44BB6A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rot="16200000" flipH="1">
              <a:off x="3331849" y="678361"/>
              <a:ext cx="1554005" cy="6809590"/>
            </a:xfrm>
            <a:prstGeom prst="bentConnector3">
              <a:avLst>
                <a:gd name="adj1" fmla="val 159658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E843445-079E-4842-B5E9-B9AA84B84257}"/>
                </a:ext>
              </a:extLst>
            </p:cNvPr>
            <p:cNvSpPr/>
            <p:nvPr/>
          </p:nvSpPr>
          <p:spPr>
            <a:xfrm>
              <a:off x="7246332" y="4300323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043334C-F09D-B444-BE84-C06285AC0BF7}"/>
                </a:ext>
              </a:extLst>
            </p:cNvPr>
            <p:cNvSpPr/>
            <p:nvPr/>
          </p:nvSpPr>
          <p:spPr>
            <a:xfrm>
              <a:off x="7780960" y="4166203"/>
              <a:ext cx="122250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Anomalies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482903C-5B75-DC40-B435-F589E69CABB5}"/>
                </a:ext>
              </a:extLst>
            </p:cNvPr>
            <p:cNvCxnSpPr>
              <a:stCxn id="48" idx="6"/>
            </p:cNvCxnSpPr>
            <p:nvPr/>
          </p:nvCxnSpPr>
          <p:spPr>
            <a:xfrm>
              <a:off x="7780960" y="4580241"/>
              <a:ext cx="10963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DAF79DA-B680-0740-B288-EB0E3A2C6AC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/>
            <a:stretch/>
          </p:blipFill>
          <p:spPr>
            <a:xfrm>
              <a:off x="9003462" y="4174227"/>
              <a:ext cx="814077" cy="820695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21823A9-7ED0-D045-899A-BA32ED421435}"/>
                </a:ext>
              </a:extLst>
            </p:cNvPr>
            <p:cNvCxnSpPr>
              <a:cxnSpLocks/>
            </p:cNvCxnSpPr>
            <p:nvPr/>
          </p:nvCxnSpPr>
          <p:spPr>
            <a:xfrm>
              <a:off x="7498184" y="3660737"/>
              <a:ext cx="0" cy="612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7143974-BC17-CB4D-8DBF-3C1CE61AF606}"/>
              </a:ext>
            </a:extLst>
          </p:cNvPr>
          <p:cNvSpPr txBox="1"/>
          <p:nvPr/>
        </p:nvSpPr>
        <p:spPr>
          <a:xfrm>
            <a:off x="6350016" y="136011"/>
            <a:ext cx="5428537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GAN</a:t>
            </a:r>
          </a:p>
          <a:p>
            <a:pPr algn="r"/>
            <a:r>
              <a:rPr lang="en-US" sz="31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Generative Adversarial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F55A8D-3FE3-804B-9B7A-C24B368F89CF}"/>
              </a:ext>
            </a:extLst>
          </p:cNvPr>
          <p:cNvGrpSpPr/>
          <p:nvPr/>
        </p:nvGrpSpPr>
        <p:grpSpPr>
          <a:xfrm>
            <a:off x="4059954" y="2082775"/>
            <a:ext cx="2837903" cy="2297701"/>
            <a:chOff x="1568416" y="4013339"/>
            <a:chExt cx="2837903" cy="229770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43BA2BD-BD0B-E944-B4DB-6F9AF13EE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7224DB-7BF3-F844-BDC7-76CB9030D9D5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68CBD7-273B-F844-A88F-D122535877C5}"/>
              </a:ext>
            </a:extLst>
          </p:cNvPr>
          <p:cNvGrpSpPr/>
          <p:nvPr/>
        </p:nvGrpSpPr>
        <p:grpSpPr>
          <a:xfrm>
            <a:off x="1172469" y="1782175"/>
            <a:ext cx="3159450" cy="2392052"/>
            <a:chOff x="6917317" y="2079991"/>
            <a:chExt cx="3159450" cy="2392052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6F3C37F-32D4-2B46-8457-34CC77F86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38511-24DC-1244-9B15-06F09686A1CF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Encoder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4A6340-14E0-2243-9DF1-E2DB90E577DB}"/>
              </a:ext>
            </a:extLst>
          </p:cNvPr>
          <p:cNvGrpSpPr/>
          <p:nvPr/>
        </p:nvGrpSpPr>
        <p:grpSpPr>
          <a:xfrm>
            <a:off x="297017" y="1361246"/>
            <a:ext cx="1424749" cy="1933223"/>
            <a:chOff x="297017" y="1361246"/>
            <a:chExt cx="1424749" cy="193322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8FA5F5-9D88-0E49-9136-410E86A78B2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/>
            <a:stretch/>
          </p:blipFill>
          <p:spPr>
            <a:xfrm>
              <a:off x="297017" y="2473774"/>
              <a:ext cx="814077" cy="82069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A15CA2-A1CD-724E-91E9-F32DA360730F}"/>
                </a:ext>
              </a:extLst>
            </p:cNvPr>
            <p:cNvSpPr txBox="1"/>
            <p:nvPr/>
          </p:nvSpPr>
          <p:spPr>
            <a:xfrm>
              <a:off x="297017" y="1361246"/>
              <a:ext cx="14247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 Image </a:t>
              </a:r>
            </a:p>
            <a:p>
              <a:r>
                <a:rPr lang="en-US" dirty="0">
                  <a:solidFill>
                    <a:schemeClr val="accent2"/>
                  </a:solidFill>
                  <a:latin typeface="Gill Sans MT" panose="020B0502020104020203" pitchFamily="34" charset="77"/>
                </a:rPr>
                <a:t>with</a:t>
              </a:r>
              <a:r>
                <a:rPr lang="en-US" dirty="0">
                  <a:latin typeface="Gill Sans MT" panose="020B0502020104020203" pitchFamily="34" charset="77"/>
                </a:rPr>
                <a:t> anomaly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AE05BAF3-1AD0-074A-8BE9-786EF5BF59C7}"/>
              </a:ext>
            </a:extLst>
          </p:cNvPr>
          <p:cNvSpPr/>
          <p:nvPr/>
        </p:nvSpPr>
        <p:spPr>
          <a:xfrm rot="19975416">
            <a:off x="9288386" y="4117541"/>
            <a:ext cx="461223" cy="564700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F26E20-7A77-AE42-960F-2DAC619E7152}"/>
              </a:ext>
            </a:extLst>
          </p:cNvPr>
          <p:cNvGrpSpPr/>
          <p:nvPr/>
        </p:nvGrpSpPr>
        <p:grpSpPr>
          <a:xfrm>
            <a:off x="6518408" y="2778574"/>
            <a:ext cx="1362247" cy="844064"/>
            <a:chOff x="6518408" y="2778574"/>
            <a:chExt cx="1362247" cy="84406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128C8D5-53A5-AC4D-B49C-47B193189C1F}"/>
                </a:ext>
              </a:extLst>
            </p:cNvPr>
            <p:cNvPicPr>
              <a:picLocks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66578" y="2778574"/>
              <a:ext cx="814077" cy="844064"/>
            </a:xfrm>
            <a:prstGeom prst="rect">
              <a:avLst/>
            </a:prstGeom>
          </p:spPr>
        </p:pic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92FC32-E251-A243-8FCB-005532EB9B39}"/>
                </a:ext>
              </a:extLst>
            </p:cNvPr>
            <p:cNvCxnSpPr/>
            <p:nvPr/>
          </p:nvCxnSpPr>
          <p:spPr>
            <a:xfrm>
              <a:off x="6518408" y="3238198"/>
              <a:ext cx="540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A64B554-8D4A-CD4F-8032-A42C307CD0FF}"/>
              </a:ext>
            </a:extLst>
          </p:cNvPr>
          <p:cNvSpPr txBox="1"/>
          <p:nvPr/>
        </p:nvSpPr>
        <p:spPr>
          <a:xfrm>
            <a:off x="6964124" y="2005124"/>
            <a:ext cx="174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Synthetic image</a:t>
            </a:r>
          </a:p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without</a:t>
            </a:r>
            <a:r>
              <a:rPr lang="en-US" dirty="0">
                <a:latin typeface="Gill Sans MT" panose="020B0502020104020203" pitchFamily="34" charset="77"/>
              </a:rPr>
              <a:t> anomaly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E99016-2875-9D47-8B13-614F9BE3F5F6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20192-4C37-8E87-48E7-7CF6D5C3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BC384-6499-775D-4662-75FF7440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8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9A012A-2652-8147-A953-34A92B31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638300"/>
            <a:ext cx="9652000" cy="398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8B8F71-3A66-024F-9737-8D3748E9217F}"/>
              </a:ext>
            </a:extLst>
          </p:cNvPr>
          <p:cNvSpPr txBox="1"/>
          <p:nvPr/>
        </p:nvSpPr>
        <p:spPr>
          <a:xfrm>
            <a:off x="71850" y="151252"/>
            <a:ext cx="6026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C304F-DF10-BA49-9258-3741B899B403}"/>
              </a:ext>
            </a:extLst>
          </p:cNvPr>
          <p:cNvSpPr txBox="1"/>
          <p:nvPr/>
        </p:nvSpPr>
        <p:spPr>
          <a:xfrm>
            <a:off x="6597519" y="136011"/>
            <a:ext cx="5181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Colonoscopy video frames</a:t>
            </a:r>
            <a:endParaRPr lang="en-US" sz="31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AEB67-FB89-8E4D-85B8-E588BE1A247D}"/>
              </a:ext>
            </a:extLst>
          </p:cNvPr>
          <p:cNvSpPr txBox="1"/>
          <p:nvPr/>
        </p:nvSpPr>
        <p:spPr>
          <a:xfrm>
            <a:off x="1270000" y="5930900"/>
            <a:ext cx="935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Liu, </a:t>
            </a:r>
            <a:r>
              <a:rPr lang="en-AU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Yuyuan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, et al. "Photoshopping colonoscopy video frames." </a:t>
            </a:r>
            <a:r>
              <a:rPr lang="en-AU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2020 IEEE 17th International Symposium on Biomedical Imaging (ISBI)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. IEEE, 2020.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A6A8A-F827-3D21-E221-DF865D92E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89FDC-4442-CE63-58D4-1671ADBB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687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2B26EED-8D48-7B41-90C1-DF13404FEAC8}"/>
              </a:ext>
            </a:extLst>
          </p:cNvPr>
          <p:cNvSpPr txBox="1"/>
          <p:nvPr/>
        </p:nvSpPr>
        <p:spPr>
          <a:xfrm>
            <a:off x="71850" y="151252"/>
            <a:ext cx="6026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897D1-EB43-60DA-17A5-6AA2B6FC4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53"/>
          <a:stretch/>
        </p:blipFill>
        <p:spPr bwMode="auto">
          <a:xfrm>
            <a:off x="405941" y="1420012"/>
            <a:ext cx="5829967" cy="46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7664FD4D-25F8-DFDF-7C64-AF9A7CF25AFB}"/>
              </a:ext>
            </a:extLst>
          </p:cNvPr>
          <p:cNvSpPr/>
          <p:nvPr/>
        </p:nvSpPr>
        <p:spPr>
          <a:xfrm>
            <a:off x="6415795" y="1442648"/>
            <a:ext cx="173489" cy="5436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EC1C6-8902-B527-ACD2-9DE36830F5FF}"/>
              </a:ext>
            </a:extLst>
          </p:cNvPr>
          <p:cNvSpPr txBox="1"/>
          <p:nvPr/>
        </p:nvSpPr>
        <p:spPr>
          <a:xfrm>
            <a:off x="6589285" y="1479621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NORMAL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2847B29-7BE7-5192-61C7-BC13B3A7FB72}"/>
              </a:ext>
            </a:extLst>
          </p:cNvPr>
          <p:cNvSpPr/>
          <p:nvPr/>
        </p:nvSpPr>
        <p:spPr>
          <a:xfrm>
            <a:off x="6415796" y="2123741"/>
            <a:ext cx="173489" cy="3917295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0256EB-4DE0-B393-3495-6DB8D314930C}"/>
              </a:ext>
            </a:extLst>
          </p:cNvPr>
          <p:cNvSpPr txBox="1"/>
          <p:nvPr/>
        </p:nvSpPr>
        <p:spPr>
          <a:xfrm>
            <a:off x="6674933" y="3897722"/>
            <a:ext cx="1270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ANOMALY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60B4-A762-AF4C-3C34-1DA69129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7012D-6F83-FBAD-A5ED-B86F7324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493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36ED342-CCC3-FD48-9B6C-F8F21CA07163}"/>
              </a:ext>
            </a:extLst>
          </p:cNvPr>
          <p:cNvGrpSpPr/>
          <p:nvPr/>
        </p:nvGrpSpPr>
        <p:grpSpPr>
          <a:xfrm>
            <a:off x="6917317" y="2079991"/>
            <a:ext cx="3159450" cy="2392052"/>
            <a:chOff x="6917317" y="2079991"/>
            <a:chExt cx="3159450" cy="2392052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CCF924B-497C-D44B-A8E9-746662606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5B147DA-6AF0-7B47-8D9D-184F511AD0FC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Discriminator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E0B6F6-815A-C94B-8D61-EA0E1C57589F}"/>
              </a:ext>
            </a:extLst>
          </p:cNvPr>
          <p:cNvGrpSpPr/>
          <p:nvPr/>
        </p:nvGrpSpPr>
        <p:grpSpPr>
          <a:xfrm>
            <a:off x="344055" y="979712"/>
            <a:ext cx="10669284" cy="5848946"/>
            <a:chOff x="344055" y="979712"/>
            <a:chExt cx="10669284" cy="584894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0DD3350-EEE1-0442-9870-21CBC21F9791}"/>
                </a:ext>
              </a:extLst>
            </p:cNvPr>
            <p:cNvSpPr/>
            <p:nvPr/>
          </p:nvSpPr>
          <p:spPr>
            <a:xfrm>
              <a:off x="1271767" y="1655340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 images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91EF39-C476-A64A-97EB-713964348F18}"/>
                </a:ext>
              </a:extLst>
            </p:cNvPr>
            <p:cNvSpPr/>
            <p:nvPr/>
          </p:nvSpPr>
          <p:spPr>
            <a:xfrm>
              <a:off x="3796148" y="5237098"/>
              <a:ext cx="144000" cy="144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E497C52-65A1-2541-9ED8-4A28A6431BE6}"/>
                </a:ext>
              </a:extLst>
            </p:cNvPr>
            <p:cNvSpPr/>
            <p:nvPr/>
          </p:nvSpPr>
          <p:spPr>
            <a:xfrm>
              <a:off x="5385401" y="2997877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AF028F2-E838-E54A-89C3-F58A21C22D79}"/>
                </a:ext>
              </a:extLst>
            </p:cNvPr>
            <p:cNvSpPr/>
            <p:nvPr/>
          </p:nvSpPr>
          <p:spPr>
            <a:xfrm>
              <a:off x="5380718" y="3312244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7CDA1A7-AFF6-8B48-B14F-A56AF7A914FE}"/>
                </a:ext>
              </a:extLst>
            </p:cNvPr>
            <p:cNvSpPr/>
            <p:nvPr/>
          </p:nvSpPr>
          <p:spPr>
            <a:xfrm>
              <a:off x="8490007" y="4430435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A6DED16-54DE-7441-9829-7C4B93A4BCF8}"/>
                </a:ext>
              </a:extLst>
            </p:cNvPr>
            <p:cNvSpPr/>
            <p:nvPr/>
          </p:nvSpPr>
          <p:spPr>
            <a:xfrm>
              <a:off x="4449930" y="5849327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Fake image</a:t>
              </a:r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107816-BEA4-114A-8775-8C652D8FBB48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2531910" y="2752228"/>
              <a:ext cx="2925491" cy="2456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A7E2B94-5A46-574E-BCB7-8D78D7695585}"/>
                </a:ext>
              </a:extLst>
            </p:cNvPr>
            <p:cNvCxnSpPr>
              <a:cxnSpLocks/>
              <a:stCxn id="14" idx="6"/>
              <a:endCxn id="20" idx="4"/>
            </p:cNvCxnSpPr>
            <p:nvPr/>
          </p:nvCxnSpPr>
          <p:spPr>
            <a:xfrm flipV="1">
              <a:off x="3940148" y="3456244"/>
              <a:ext cx="1512570" cy="1852854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9521E6-4D4A-0D46-82B7-CC073A03EDBD}"/>
                </a:ext>
              </a:extLst>
            </p:cNvPr>
            <p:cNvCxnSpPr/>
            <p:nvPr/>
          </p:nvCxnSpPr>
          <p:spPr>
            <a:xfrm>
              <a:off x="5490598" y="2982174"/>
              <a:ext cx="288000" cy="288000"/>
            </a:xfrm>
            <a:prstGeom prst="line">
              <a:avLst/>
            </a:prstGeom>
            <a:ln w="730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A363DB-4DB9-6F4F-B7F3-54EE0C6F43CC}"/>
                </a:ext>
              </a:extLst>
            </p:cNvPr>
            <p:cNvCxnSpPr/>
            <p:nvPr/>
          </p:nvCxnSpPr>
          <p:spPr>
            <a:xfrm>
              <a:off x="5826629" y="3270174"/>
              <a:ext cx="972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EEC81B-738B-D742-A390-A3D279DCC7F5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9738535" y="3407704"/>
              <a:ext cx="7401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D8890B-4174-D345-BE33-E7D3766AEFD3}"/>
                </a:ext>
              </a:extLst>
            </p:cNvPr>
            <p:cNvGrpSpPr/>
            <p:nvPr/>
          </p:nvGrpSpPr>
          <p:grpSpPr>
            <a:xfrm>
              <a:off x="5566700" y="1414778"/>
              <a:ext cx="5446639" cy="3253209"/>
              <a:chOff x="5566700" y="1414778"/>
              <a:chExt cx="5446639" cy="3253209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C5EB92D-E755-DB4F-8442-5859DDA933CE}"/>
                  </a:ext>
                </a:extLst>
              </p:cNvPr>
              <p:cNvSpPr/>
              <p:nvPr/>
            </p:nvSpPr>
            <p:spPr>
              <a:xfrm>
                <a:off x="10478711" y="3127786"/>
                <a:ext cx="534628" cy="55983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40D3EBFD-8F4A-BD40-AA5F-8CC39AF1D6EC}"/>
                  </a:ext>
                </a:extLst>
              </p:cNvPr>
              <p:cNvSpPr/>
              <p:nvPr/>
            </p:nvSpPr>
            <p:spPr>
              <a:xfrm>
                <a:off x="5566700" y="3062167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F25FA5AA-7544-FE49-9892-FB6FF308048A}"/>
                  </a:ext>
                </a:extLst>
              </p:cNvPr>
              <p:cNvCxnSpPr>
                <a:stCxn id="38" idx="0"/>
                <a:endCxn id="34" idx="0"/>
              </p:cNvCxnSpPr>
              <p:nvPr/>
            </p:nvCxnSpPr>
            <p:spPr>
              <a:xfrm rot="16200000" flipH="1">
                <a:off x="8159552" y="541314"/>
                <a:ext cx="65619" cy="5107325"/>
              </a:xfrm>
              <a:prstGeom prst="bentConnector3">
                <a:avLst>
                  <a:gd name="adj1" fmla="val -1952212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Elbow Connector 41">
                <a:extLst>
                  <a:ext uri="{FF2B5EF4-FFF2-40B4-BE49-F238E27FC236}">
                    <a16:creationId xmlns:a16="http://schemas.microsoft.com/office/drawing/2014/main" id="{3DFB13E9-040D-464A-B7B6-2B68D12C335B}"/>
                  </a:ext>
                </a:extLst>
              </p:cNvPr>
              <p:cNvCxnSpPr>
                <a:cxnSpLocks/>
                <a:stCxn id="34" idx="4"/>
              </p:cNvCxnSpPr>
              <p:nvPr/>
            </p:nvCxnSpPr>
            <p:spPr>
              <a:xfrm rot="5400000">
                <a:off x="9144766" y="2870783"/>
                <a:ext cx="784421" cy="2418099"/>
              </a:xfrm>
              <a:prstGeom prst="bentConnector3">
                <a:avLst>
                  <a:gd name="adj1" fmla="val 116191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9FEAB51-0B89-CE46-9C83-395193F0BF5A}"/>
                  </a:ext>
                </a:extLst>
              </p:cNvPr>
              <p:cNvSpPr/>
              <p:nvPr/>
            </p:nvSpPr>
            <p:spPr>
              <a:xfrm>
                <a:off x="5613416" y="1414778"/>
                <a:ext cx="251458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Ground truth: real/fake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374C7C-24B8-C94C-BC46-CDAEC9704650}"/>
                  </a:ext>
                </a:extLst>
              </p:cNvPr>
              <p:cNvSpPr/>
              <p:nvPr/>
            </p:nvSpPr>
            <p:spPr>
              <a:xfrm>
                <a:off x="9179795" y="4298655"/>
                <a:ext cx="103774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error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3BEF44-AC7A-F14C-9E63-F28B6514501C}"/>
                </a:ext>
              </a:extLst>
            </p:cNvPr>
            <p:cNvGrpSpPr/>
            <p:nvPr/>
          </p:nvGrpSpPr>
          <p:grpSpPr>
            <a:xfrm>
              <a:off x="2987369" y="3830876"/>
              <a:ext cx="7758661" cy="2997782"/>
              <a:chOff x="2987369" y="3830876"/>
              <a:chExt cx="7758661" cy="2997782"/>
            </a:xfrm>
          </p:grpSpPr>
          <p:cxnSp>
            <p:nvCxnSpPr>
              <p:cNvPr id="54" name="Elbow Connector 53">
                <a:extLst>
                  <a:ext uri="{FF2B5EF4-FFF2-40B4-BE49-F238E27FC236}">
                    <a16:creationId xmlns:a16="http://schemas.microsoft.com/office/drawing/2014/main" id="{EC9A5C95-8942-DA44-82E0-567EEFBF532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2987369" y="3830876"/>
                <a:ext cx="7758661" cy="2471020"/>
              </a:xfrm>
              <a:prstGeom prst="bentConnector4">
                <a:avLst>
                  <a:gd name="adj1" fmla="val -1"/>
                  <a:gd name="adj2" fmla="val 109251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0F522D7-6FC7-9F4B-8D11-DC0BAEECBB87}"/>
                  </a:ext>
                </a:extLst>
              </p:cNvPr>
              <p:cNvSpPr/>
              <p:nvPr/>
            </p:nvSpPr>
            <p:spPr>
              <a:xfrm>
                <a:off x="6462945" y="6459326"/>
                <a:ext cx="103774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error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A7799C-19E4-E548-A750-1B778AF3DD38}"/>
                </a:ext>
              </a:extLst>
            </p:cNvPr>
            <p:cNvCxnSpPr/>
            <p:nvPr/>
          </p:nvCxnSpPr>
          <p:spPr>
            <a:xfrm>
              <a:off x="1080655" y="5094707"/>
              <a:ext cx="374073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B45A19F-1F38-CA46-B051-BE1832500DB0}"/>
                </a:ext>
              </a:extLst>
            </p:cNvPr>
            <p:cNvCxnSpPr>
              <a:cxnSpLocks/>
            </p:cNvCxnSpPr>
            <p:nvPr/>
          </p:nvCxnSpPr>
          <p:spPr>
            <a:xfrm>
              <a:off x="4107905" y="5309098"/>
              <a:ext cx="158704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945D40-9D33-7F46-81F7-5EAAAE6251BD}"/>
                </a:ext>
              </a:extLst>
            </p:cNvPr>
            <p:cNvGrpSpPr/>
            <p:nvPr/>
          </p:nvGrpSpPr>
          <p:grpSpPr>
            <a:xfrm>
              <a:off x="344055" y="4802654"/>
              <a:ext cx="1473199" cy="1016513"/>
              <a:chOff x="344055" y="4802654"/>
              <a:chExt cx="1473199" cy="101651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C00537D-B713-EB4B-BEAB-7DD03D545CD7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705" y="4802654"/>
                <a:ext cx="522262" cy="556397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89F05D4-B413-4741-A690-A4307897CB46}"/>
                  </a:ext>
                </a:extLst>
              </p:cNvPr>
              <p:cNvSpPr/>
              <p:nvPr/>
            </p:nvSpPr>
            <p:spPr>
              <a:xfrm>
                <a:off x="344055" y="5449835"/>
                <a:ext cx="147319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Noise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78090F-7AA5-E54C-BA84-6875EDD91061}"/>
                </a:ext>
              </a:extLst>
            </p:cNvPr>
            <p:cNvSpPr txBox="1"/>
            <p:nvPr/>
          </p:nvSpPr>
          <p:spPr>
            <a:xfrm>
              <a:off x="1045347" y="979712"/>
              <a:ext cx="16722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Images </a:t>
              </a:r>
              <a:r>
                <a:rPr lang="en-US" dirty="0">
                  <a:solidFill>
                    <a:schemeClr val="accent2"/>
                  </a:solidFill>
                  <a:latin typeface="Gill Sans MT" panose="020B0502020104020203" pitchFamily="34" charset="77"/>
                </a:rPr>
                <a:t>without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anomalies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A2C8713-BA67-1E4B-9435-85989227D939}"/>
                </a:ext>
              </a:extLst>
            </p:cNvPr>
            <p:cNvSpPr/>
            <p:nvPr/>
          </p:nvSpPr>
          <p:spPr>
            <a:xfrm>
              <a:off x="9611892" y="3603303"/>
              <a:ext cx="10377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real/fake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DC0B795-BEE9-3941-BF21-CDAFA515F47F}"/>
              </a:ext>
            </a:extLst>
          </p:cNvPr>
          <p:cNvGrpSpPr/>
          <p:nvPr/>
        </p:nvGrpSpPr>
        <p:grpSpPr>
          <a:xfrm>
            <a:off x="1568416" y="4013339"/>
            <a:ext cx="2837903" cy="2297701"/>
            <a:chOff x="1568416" y="4013339"/>
            <a:chExt cx="2837903" cy="229770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4C576F1-B4DD-034C-B973-2F00766C6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449611A-2917-8A4C-A490-EC0F1BEC301C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2B26EED-8D48-7B41-90C1-DF13404FEAC8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9BB0FE-BDA1-449F-39FE-3796104D56E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8764" b="26319"/>
          <a:stretch/>
        </p:blipFill>
        <p:spPr>
          <a:xfrm>
            <a:off x="5948586" y="5007410"/>
            <a:ext cx="3231209" cy="54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B9D5A1-59B2-BC6F-E36C-4E34F0AC532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2" r="24456"/>
          <a:stretch/>
        </p:blipFill>
        <p:spPr>
          <a:xfrm>
            <a:off x="256933" y="2480011"/>
            <a:ext cx="3340705" cy="6463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0983C-5970-8197-9B74-724D79E6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4BD7B-A56C-EA6D-65C9-22CE19F4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52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C782620-E1E2-891F-49FB-A67B528ED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0" y="4127373"/>
            <a:ext cx="869022" cy="87924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7662B74-467E-6E4D-8BF6-A417AE929C68}"/>
              </a:ext>
            </a:extLst>
          </p:cNvPr>
          <p:cNvGrpSpPr/>
          <p:nvPr/>
        </p:nvGrpSpPr>
        <p:grpSpPr>
          <a:xfrm>
            <a:off x="704057" y="3306153"/>
            <a:ext cx="8299405" cy="1554006"/>
            <a:chOff x="704057" y="3306153"/>
            <a:chExt cx="8299405" cy="1554006"/>
          </a:xfrm>
        </p:grpSpPr>
        <p:cxnSp>
          <p:nvCxnSpPr>
            <p:cNvPr id="3" name="Elbow Connector 2">
              <a:extLst>
                <a:ext uri="{FF2B5EF4-FFF2-40B4-BE49-F238E27FC236}">
                  <a16:creationId xmlns:a16="http://schemas.microsoft.com/office/drawing/2014/main" id="{E6FE1A9D-8116-4F44-8205-83C9FF44BB6A}"/>
                </a:ext>
              </a:extLst>
            </p:cNvPr>
            <p:cNvCxnSpPr>
              <a:cxnSpLocks/>
              <a:endCxn id="48" idx="4"/>
            </p:cNvCxnSpPr>
            <p:nvPr/>
          </p:nvCxnSpPr>
          <p:spPr>
            <a:xfrm rot="16200000" flipH="1">
              <a:off x="3331849" y="678361"/>
              <a:ext cx="1554005" cy="6809590"/>
            </a:xfrm>
            <a:prstGeom prst="bentConnector3">
              <a:avLst>
                <a:gd name="adj1" fmla="val 159658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E843445-079E-4842-B5E9-B9AA84B84257}"/>
                </a:ext>
              </a:extLst>
            </p:cNvPr>
            <p:cNvSpPr/>
            <p:nvPr/>
          </p:nvSpPr>
          <p:spPr>
            <a:xfrm>
              <a:off x="7246332" y="4300323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043334C-F09D-B444-BE84-C06285AC0BF7}"/>
                </a:ext>
              </a:extLst>
            </p:cNvPr>
            <p:cNvSpPr/>
            <p:nvPr/>
          </p:nvSpPr>
          <p:spPr>
            <a:xfrm>
              <a:off x="7780960" y="4166203"/>
              <a:ext cx="122250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Anomalies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482903C-5B75-DC40-B435-F589E69CABB5}"/>
                </a:ext>
              </a:extLst>
            </p:cNvPr>
            <p:cNvCxnSpPr>
              <a:stCxn id="48" idx="6"/>
            </p:cNvCxnSpPr>
            <p:nvPr/>
          </p:nvCxnSpPr>
          <p:spPr>
            <a:xfrm>
              <a:off x="7780960" y="4580241"/>
              <a:ext cx="10963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21823A9-7ED0-D045-899A-BA32ED421435}"/>
                </a:ext>
              </a:extLst>
            </p:cNvPr>
            <p:cNvCxnSpPr>
              <a:cxnSpLocks/>
            </p:cNvCxnSpPr>
            <p:nvPr/>
          </p:nvCxnSpPr>
          <p:spPr>
            <a:xfrm>
              <a:off x="7498184" y="3660737"/>
              <a:ext cx="0" cy="612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EF390C6-7C26-584D-9E97-9FE6A94FB697}"/>
              </a:ext>
            </a:extLst>
          </p:cNvPr>
          <p:cNvSpPr txBox="1"/>
          <p:nvPr/>
        </p:nvSpPr>
        <p:spPr>
          <a:xfrm>
            <a:off x="4429760" y="727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F55A8D-3FE3-804B-9B7A-C24B368F89CF}"/>
              </a:ext>
            </a:extLst>
          </p:cNvPr>
          <p:cNvGrpSpPr/>
          <p:nvPr/>
        </p:nvGrpSpPr>
        <p:grpSpPr>
          <a:xfrm>
            <a:off x="4059954" y="2082775"/>
            <a:ext cx="2837903" cy="2297701"/>
            <a:chOff x="1568416" y="4013339"/>
            <a:chExt cx="2837903" cy="229770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43BA2BD-BD0B-E944-B4DB-6F9AF13EE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8416" y="4086203"/>
              <a:ext cx="2837903" cy="2224837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7224DB-7BF3-F844-BDC7-76CB9030D9D5}"/>
                </a:ext>
              </a:extLst>
            </p:cNvPr>
            <p:cNvSpPr/>
            <p:nvPr/>
          </p:nvSpPr>
          <p:spPr>
            <a:xfrm>
              <a:off x="2196057" y="4013339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Generator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68CBD7-273B-F844-A88F-D122535877C5}"/>
              </a:ext>
            </a:extLst>
          </p:cNvPr>
          <p:cNvGrpSpPr/>
          <p:nvPr/>
        </p:nvGrpSpPr>
        <p:grpSpPr>
          <a:xfrm>
            <a:off x="1172469" y="1782175"/>
            <a:ext cx="3159450" cy="2392052"/>
            <a:chOff x="6917317" y="2079991"/>
            <a:chExt cx="3159450" cy="2392052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6F3C37F-32D4-2B46-8457-34CC77F86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17317" y="2079991"/>
              <a:ext cx="2821218" cy="2392052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38511-24DC-1244-9B15-06F09686A1CF}"/>
                </a:ext>
              </a:extLst>
            </p:cNvPr>
            <p:cNvSpPr/>
            <p:nvPr/>
          </p:nvSpPr>
          <p:spPr>
            <a:xfrm>
              <a:off x="8603568" y="2277428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Encoder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6A15CA2-A1CD-724E-91E9-F32DA360730F}"/>
              </a:ext>
            </a:extLst>
          </p:cNvPr>
          <p:cNvSpPr txBox="1"/>
          <p:nvPr/>
        </p:nvSpPr>
        <p:spPr>
          <a:xfrm>
            <a:off x="297017" y="1361246"/>
            <a:ext cx="1424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Real Image </a:t>
            </a:r>
          </a:p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with</a:t>
            </a:r>
            <a:r>
              <a:rPr lang="en-US" dirty="0">
                <a:latin typeface="Gill Sans MT" panose="020B0502020104020203" pitchFamily="34" charset="77"/>
              </a:rPr>
              <a:t> anomaly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05BAF3-1AD0-074A-8BE9-786EF5BF59C7}"/>
              </a:ext>
            </a:extLst>
          </p:cNvPr>
          <p:cNvSpPr/>
          <p:nvPr/>
        </p:nvSpPr>
        <p:spPr>
          <a:xfrm rot="17417987">
            <a:off x="9296886" y="4365984"/>
            <a:ext cx="407034" cy="339102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92FC32-E251-A243-8FCB-005532EB9B39}"/>
              </a:ext>
            </a:extLst>
          </p:cNvPr>
          <p:cNvCxnSpPr/>
          <p:nvPr/>
        </p:nvCxnSpPr>
        <p:spPr>
          <a:xfrm>
            <a:off x="6518408" y="3238198"/>
            <a:ext cx="540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A64B554-8D4A-CD4F-8032-A42C307CD0FF}"/>
              </a:ext>
            </a:extLst>
          </p:cNvPr>
          <p:cNvSpPr txBox="1"/>
          <p:nvPr/>
        </p:nvSpPr>
        <p:spPr>
          <a:xfrm>
            <a:off x="6964124" y="2005124"/>
            <a:ext cx="174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Synthetic image</a:t>
            </a:r>
          </a:p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without</a:t>
            </a:r>
            <a:r>
              <a:rPr lang="en-US" dirty="0">
                <a:latin typeface="Gill Sans MT" panose="020B0502020104020203" pitchFamily="34" charset="77"/>
              </a:rPr>
              <a:t> anomaly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E99016-2875-9D47-8B13-614F9BE3F5F6}"/>
              </a:ext>
            </a:extLst>
          </p:cNvPr>
          <p:cNvSpPr txBox="1"/>
          <p:nvPr/>
        </p:nvSpPr>
        <p:spPr>
          <a:xfrm>
            <a:off x="71850" y="151252"/>
            <a:ext cx="5997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493E2-0AE7-8A0E-C24F-22710C88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87" y="2392930"/>
            <a:ext cx="869022" cy="879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E75663-52B3-CF56-E4ED-B66C88206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673" y="2789701"/>
            <a:ext cx="869022" cy="8792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2A2E78-B6FE-984D-5B64-0D892B273913}"/>
              </a:ext>
            </a:extLst>
          </p:cNvPr>
          <p:cNvSpPr/>
          <p:nvPr/>
        </p:nvSpPr>
        <p:spPr>
          <a:xfrm>
            <a:off x="7498184" y="3133165"/>
            <a:ext cx="282776" cy="2958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50AEAD-766E-4C45-3F1C-8188DDD561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681851">
            <a:off x="7594609" y="3035782"/>
            <a:ext cx="293200" cy="35702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DA39D-28E0-C159-5684-23EADEB1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74FE0C-5D9A-B131-65BD-474E5542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835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a black border&#10;&#10;Description automatically generated">
            <a:extLst>
              <a:ext uri="{FF2B5EF4-FFF2-40B4-BE49-F238E27FC236}">
                <a16:creationId xmlns:a16="http://schemas.microsoft.com/office/drawing/2014/main" id="{1F818B99-216A-88DE-74B5-1A1DF7276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0" y="862470"/>
            <a:ext cx="8377517" cy="5831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0B9CF3-A354-A0AF-EDDA-E83633CB17C1}"/>
              </a:ext>
            </a:extLst>
          </p:cNvPr>
          <p:cNvSpPr txBox="1"/>
          <p:nvPr/>
        </p:nvSpPr>
        <p:spPr>
          <a:xfrm>
            <a:off x="71850" y="151252"/>
            <a:ext cx="831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Results 0 vs. </a:t>
            </a:r>
            <a:r>
              <a:rPr lang="en-US" sz="3600">
                <a:solidFill>
                  <a:srgbClr val="0041A1"/>
                </a:solidFill>
                <a:latin typeface="Gill Sans MT" panose="020B0502020104020203" pitchFamily="34" charset="77"/>
              </a:rPr>
              <a:t>the rest</a:t>
            </a:r>
            <a:r>
              <a:rPr lang="en-US" sz="360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endParaRPr lang="en-US" sz="36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93F5F-F061-3AF6-786A-72194F59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A02EF-D237-9D3E-75F1-709BA424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059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A7641F-5357-DB47-AD25-63C812B19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080" y="134471"/>
            <a:ext cx="6414868" cy="2042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ED1F70-4BBB-3341-9259-5EB718E2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29" y="1264713"/>
            <a:ext cx="9392771" cy="505764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C51B3-488E-974E-C106-340A8A34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C45CE5-B334-BD45-6D2D-7F5BD678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262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E7F9A5-78B6-004E-A638-2DC7CD18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250950"/>
            <a:ext cx="9220200" cy="43561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CB7EB-F051-DA33-C7C2-1BCFCFA6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F8CA6A-E5EE-B313-C003-42F07D28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780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6BA3CE-8967-5646-B2B1-7AB56EA7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641350"/>
            <a:ext cx="10337800" cy="55753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DAC17-D1FC-10B3-6778-C15107AB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80F76B-7101-6A84-8E0E-10495B3F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929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8B8F71-3A66-024F-9737-8D3748E9217F}"/>
              </a:ext>
            </a:extLst>
          </p:cNvPr>
          <p:cNvSpPr txBox="1"/>
          <p:nvPr/>
        </p:nvSpPr>
        <p:spPr>
          <a:xfrm>
            <a:off x="71850" y="151252"/>
            <a:ext cx="6026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C304F-DF10-BA49-9258-3741B899B403}"/>
              </a:ext>
            </a:extLst>
          </p:cNvPr>
          <p:cNvSpPr txBox="1"/>
          <p:nvPr/>
        </p:nvSpPr>
        <p:spPr>
          <a:xfrm>
            <a:off x="7817212" y="136011"/>
            <a:ext cx="3961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Retinal OCT images</a:t>
            </a:r>
            <a:endParaRPr lang="en-US" sz="31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AEB67-FB89-8E4D-85B8-E588BE1A247D}"/>
              </a:ext>
            </a:extLst>
          </p:cNvPr>
          <p:cNvSpPr txBox="1"/>
          <p:nvPr/>
        </p:nvSpPr>
        <p:spPr>
          <a:xfrm>
            <a:off x="1270000" y="5930900"/>
            <a:ext cx="935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Schlegl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, Thomas, et al. "f-</a:t>
            </a:r>
            <a:r>
              <a:rPr lang="en-AU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AnoGAN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: Fast unsupervised anomaly detection with generative adversarial networks." Medical image analysis 54 (2019): 30-44.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48FFE6-D8B4-9245-945A-98630345E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059940"/>
            <a:ext cx="9544714" cy="327405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C73FF-F988-1FFE-C8AC-5E95C336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47776-5E27-B5E5-831F-892A4739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632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8B8F71-3A66-024F-9737-8D3748E9217F}"/>
              </a:ext>
            </a:extLst>
          </p:cNvPr>
          <p:cNvSpPr txBox="1"/>
          <p:nvPr/>
        </p:nvSpPr>
        <p:spPr>
          <a:xfrm>
            <a:off x="71850" y="151252"/>
            <a:ext cx="670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Anomaly Detection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Bonus Track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C304F-DF10-BA49-9258-3741B899B403}"/>
              </a:ext>
            </a:extLst>
          </p:cNvPr>
          <p:cNvSpPr txBox="1"/>
          <p:nvPr/>
        </p:nvSpPr>
        <p:spPr>
          <a:xfrm>
            <a:off x="9933303" y="136011"/>
            <a:ext cx="1845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YOLOv5</a:t>
            </a:r>
            <a:endParaRPr lang="en-US" sz="31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FD038-2E6C-0040-83DD-3B1B27BB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54" y="917893"/>
            <a:ext cx="7750211" cy="5788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707EA-057A-EF45-A02E-864FA2C5A723}"/>
              </a:ext>
            </a:extLst>
          </p:cNvPr>
          <p:cNvSpPr txBox="1"/>
          <p:nvPr/>
        </p:nvSpPr>
        <p:spPr>
          <a:xfrm>
            <a:off x="9933303" y="6006905"/>
            <a:ext cx="148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Créditos: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Javier </a:t>
            </a:r>
            <a:r>
              <a:rPr lang="es-ES_tradnl" dirty="0" err="1">
                <a:latin typeface="Gill Sans MT" panose="020B0502020104020203" pitchFamily="34" charset="77"/>
              </a:rPr>
              <a:t>Tramon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49D41-C6A3-ED07-3221-4283EFC4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DDA44-02B4-37BB-1133-C210813B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71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8790</TotalTime>
  <Words>1667</Words>
  <Application>Microsoft Macintosh PowerPoint</Application>
  <PresentationFormat>Widescreen</PresentationFormat>
  <Paragraphs>435</Paragraphs>
  <Slides>68</Slides>
  <Notes>17</Notes>
  <HiddenSlides>4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GAN / Deep Fakes</vt:lpstr>
      <vt:lpstr>PowerPoint Presentation</vt:lpstr>
      <vt:lpstr>PowerPoint Presentation</vt:lpstr>
      <vt:lpstr>Detección de Anomalías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Domingo Mery</dc:creator>
  <cp:lastModifiedBy>Domingo Mery</cp:lastModifiedBy>
  <cp:revision>163</cp:revision>
  <dcterms:created xsi:type="dcterms:W3CDTF">2021-07-17T22:29:06Z</dcterms:created>
  <dcterms:modified xsi:type="dcterms:W3CDTF">2026-10-23T18:47:10Z</dcterms:modified>
</cp:coreProperties>
</file>